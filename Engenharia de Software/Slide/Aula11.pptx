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51.png" ContentType="image/png"/>
  <Override PartName="/ppt/media/image36.png" ContentType="image/png"/>
  <Override PartName="/ppt/media/image21.png" ContentType="image/png"/>
  <Override PartName="/ppt/media/image37.png" ContentType="image/png"/>
  <Override PartName="/ppt/media/image53.png" ContentType="image/png"/>
  <Override PartName="/ppt/media/image1.png" ContentType="image/png"/>
  <Override PartName="/ppt/media/image52.png" ContentType="image/png"/>
  <Override PartName="/ppt/media/image54.png" ContentType="image/png"/>
  <Override PartName="/ppt/media/image2.png" ContentType="image/png"/>
  <Override PartName="/ppt/media/image39.png" ContentType="image/png"/>
  <Override PartName="/ppt/media/image23.png" ContentType="image/png"/>
  <Override PartName="/ppt/media/image9.png" ContentType="image/png"/>
  <Override PartName="/ppt/media/image7.png" ContentType="image/png"/>
  <Override PartName="/ppt/media/image59.png" ContentType="image/png"/>
  <Override PartName="/ppt/media/image24.png" ContentType="image/png"/>
  <Override PartName="/ppt/media/image10.png" ContentType="image/png"/>
  <Override PartName="/ppt/media/image69.png" ContentType="image/png"/>
  <Override PartName="/ppt/media/image13.jpeg" ContentType="image/jpeg"/>
  <Override PartName="/ppt/media/image11.png" ContentType="image/png"/>
  <Override PartName="/ppt/media/image12.jpeg" ContentType="image/jpeg"/>
  <Override PartName="/ppt/media/image19.png" ContentType="image/png"/>
  <Override PartName="/ppt/media/image94.png" ContentType="image/png"/>
  <Override PartName="/ppt/media/image14.png" ContentType="image/png"/>
  <Override PartName="/ppt/media/image15.png" ContentType="image/png"/>
  <Override PartName="/ppt/media/image90.png" ContentType="image/png"/>
  <Override PartName="/ppt/media/image16.png" ContentType="image/png"/>
  <Override PartName="/ppt/media/image91.png" ContentType="image/png"/>
  <Override PartName="/ppt/media/image17.png" ContentType="image/png"/>
  <Override PartName="/ppt/media/image18.png" ContentType="image/png"/>
  <Override PartName="/ppt/media/image93.png" ContentType="image/png"/>
  <Override PartName="/ppt/media/image20.png" ContentType="image/png"/>
  <Override PartName="/ppt/media/image79.png" ContentType="image/png"/>
  <Override PartName="/ppt/media/image57.png" ContentType="image/png"/>
  <Override PartName="/ppt/media/image5.png" ContentType="image/png"/>
  <Override PartName="/ppt/media/image3.png" ContentType="image/png"/>
  <Override PartName="/ppt/media/image55.png" ContentType="image/png"/>
  <Override PartName="/ppt/media/image22.jpeg" ContentType="image/jpeg"/>
  <Override PartName="/ppt/media/image6.jpeg" ContentType="image/jpeg"/>
  <Override PartName="/ppt/media/image8.png" ContentType="image/png"/>
  <Override PartName="/ppt/media/image58.png" ContentType="image/png"/>
  <Override PartName="/ppt/media/image25.png" ContentType="image/png"/>
  <Override PartName="/ppt/media/image43.jpeg" ContentType="image/jpeg"/>
  <Override PartName="/ppt/media/image26.png" ContentType="image/png"/>
  <Override PartName="/ppt/media/image27.png" ContentType="image/png"/>
  <Override PartName="/ppt/media/image73.jpeg" ContentType="image/jpeg"/>
  <Override PartName="/ppt/media/image28.png" ContentType="image/png"/>
  <Override PartName="/ppt/media/image29.png" ContentType="image/png"/>
  <Override PartName="/ppt/media/image30.png" ContentType="image/png"/>
  <Override PartName="/ppt/media/image89.png" ContentType="image/png"/>
  <Override PartName="/ppt/media/image31.png" ContentType="image/png"/>
  <Override PartName="/ppt/media/image45.jpeg" ContentType="image/jpeg"/>
  <Override PartName="/ppt/media/image32.png" ContentType="image/png"/>
  <Override PartName="/ppt/media/image33.png" ContentType="image/png"/>
  <Override PartName="/ppt/media/image41.png" ContentType="image/png"/>
  <Override PartName="/ppt/media/image5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65.png" ContentType="image/png"/>
  <Override PartName="/ppt/media/image92.jpeg" ContentType="image/jpeg"/>
  <Override PartName="/ppt/media/image66.png" ContentType="image/png"/>
  <Override PartName="/ppt/media/image84.jpeg" ContentType="image/jpeg"/>
  <Override PartName="/ppt/media/image67.png" ContentType="image/png"/>
  <Override PartName="/ppt/media/image60.png" ContentType="image/png"/>
  <Override PartName="/ppt/media/image77.png" ContentType="image/png"/>
  <Override PartName="/ppt/media/image85.jpeg" ContentType="image/jpeg"/>
  <Override PartName="/ppt/media/image70.png" ContentType="image/png"/>
  <Override PartName="/ppt/media/image71.png" ContentType="image/png"/>
  <Override PartName="/ppt/media/image56.png" ContentType="image/png"/>
  <Override PartName="/ppt/media/image4.png" ContentType="image/png"/>
  <Override PartName="/ppt/media/image72.png" ContentType="image/png"/>
  <Override PartName="/ppt/media/image35.png" ContentType="image/png"/>
  <Override PartName="/ppt/media/image44.jpeg" ContentType="image/jpeg"/>
  <Override PartName="/ppt/media/image74.png" ContentType="image/png"/>
  <Override PartName="/ppt/media/image75.png" ContentType="image/png"/>
  <Override PartName="/ppt/media/image76.png" ContentType="image/png"/>
  <Override PartName="/ppt/media/image78.png" ContentType="image/png"/>
  <Override PartName="/ppt/media/image48.png" ContentType="image/png"/>
  <Override PartName="/ppt/media/image81.png" ContentType="image/png"/>
  <Override PartName="/ppt/media/image68.png" ContentType="image/png"/>
  <Override PartName="/ppt/media/image83.png" ContentType="image/png"/>
  <Override PartName="/ppt/media/image34.png" ContentType="image/png"/>
  <Override PartName="/ppt/media/image86.jpeg" ContentType="image/jpeg"/>
  <Override PartName="/ppt/media/image87.png" ContentType="image/png"/>
  <Override PartName="/ppt/media/image88.png" ContentType="image/png"/>
  <Override PartName="/ppt/media/image42.png" ContentType="image/png"/>
  <Override PartName="/ppt/media/image95.png" ContentType="image/png"/>
  <Override PartName="/ppt/media/image40.jpeg" ContentType="image/jpeg"/>
  <Override PartName="/ppt/media/image100.png" ContentType="image/png"/>
  <Override PartName="/ppt/media/image47.png" ContentType="image/png"/>
  <Override PartName="/ppt/media/image80.png" ContentType="image/png"/>
  <Override PartName="/ppt/media/image96.png" ContentType="image/png"/>
  <Override PartName="/ppt/media/image38.png" ContentType="image/png"/>
  <Override PartName="/ppt/media/image97.png" ContentType="image/png"/>
  <Override PartName="/ppt/media/image98.png" ContentType="image/png"/>
  <Override PartName="/ppt/media/image49.png" ContentType="image/png"/>
  <Override PartName="/ppt/media/image82.png" ContentType="image/png"/>
  <Override PartName="/ppt/media/image46.png" ContentType="image/png"/>
  <Override PartName="/ppt/media/image99.png" ContentType="image/png"/>
  <Override PartName="/ppt/presProps.xml" ContentType="application/vnd.openxmlformats-officedocument.presentationml.presProps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1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_rels/slide35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20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27.xml.rels" ContentType="application/vnd.openxmlformats-package.relationships+xml"/>
  <Override PartName="/ppt/slides/_rels/slide5.xml.rels" ContentType="application/vnd.openxmlformats-package.relationships+xml"/>
  <Override PartName="/ppt/slides/_rels/slide12.xml.rels" ContentType="application/vnd.openxmlformats-package.relationships+xml"/>
  <Override PartName="/ppt/slides/_rels/slide4.xml.rels" ContentType="application/vnd.openxmlformats-package.relationships+xml"/>
  <Override PartName="/ppt/slides/_rels/slide23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24.xml.rels" ContentType="application/vnd.openxmlformats-package.relationships+xml"/>
  <Override PartName="/ppt/slides/_rels/slide21.xml.rels" ContentType="application/vnd.openxmlformats-package.relationships+xml"/>
  <Override PartName="/ppt/slides/_rels/slide32.xml.rels" ContentType="application/vnd.openxmlformats-package.relationships+xml"/>
  <Override PartName="/ppt/slides/_rels/slide3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29.xml.rels" ContentType="application/vnd.openxmlformats-package.relationships+xml"/>
  <Override PartName="/ppt/slides/_rels/slide28.xml.rels" ContentType="application/vnd.openxmlformats-package.relationships+xml"/>
  <Override PartName="/ppt/slides/_rels/slide6.xml.rels" ContentType="application/vnd.openxmlformats-package.relationships+xml"/>
  <Override PartName="/ppt/slides/_rels/slide26.xml.rels" ContentType="application/vnd.openxmlformats-package.relationships+xml"/>
  <Override PartName="/ppt/slides/_rels/slide3.xml.rels" ContentType="application/vnd.openxmlformats-package.relationships+xml"/>
  <Override PartName="/ppt/slides/_rels/slide25.xml.rels" ContentType="application/vnd.openxmlformats-package.relationships+xml"/>
  <Override PartName="/ppt/slides/_rels/slide9.xml.rels" ContentType="application/vnd.openxmlformats-package.relationships+xml"/>
  <Override PartName="/ppt/slides/_rels/slide19.xml.rels" ContentType="application/vnd.openxmlformats-package.relationships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25.xml" ContentType="application/vnd.openxmlformats-officedocument.presentationml.slide+xml"/>
  <Override PartName="/ppt/slides/slide4.xml" ContentType="application/vnd.openxmlformats-officedocument.presentationml.slide+xml"/>
  <Override PartName="/ppt/slides/slide26.xml" ContentType="application/vnd.openxmlformats-officedocument.presentationml.slide+xml"/>
  <Override PartName="/ppt/slides/slide5.xml" ContentType="application/vnd.openxmlformats-officedocument.presentationml.slide+xml"/>
  <Override PartName="/ppt/slides/slide27.xml" ContentType="application/vnd.openxmlformats-officedocument.presentationml.slide+xml"/>
  <Override PartName="/ppt/slides/slide6.xml" ContentType="application/vnd.openxmlformats-officedocument.presentationml.slide+xml"/>
  <Override PartName="/ppt/slides/slide28.xml" ContentType="application/vnd.openxmlformats-officedocument.presentationml.slide+xml"/>
  <Override PartName="/ppt/slides/slide20.xml" ContentType="application/vnd.openxmlformats-officedocument.presentationml.slide+xml"/>
  <Override PartName="/ppt/slides/slide29.xml" ContentType="application/vnd.openxmlformats-officedocument.presentationml.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22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30.xml" ContentType="application/vnd.openxmlformats-officedocument.presentationml.slide+xml"/>
  <Override PartName="/ppt/slides/slide15.xml" ContentType="application/vnd.openxmlformats-officedocument.presentationml.slide+xml"/>
  <Override PartName="/ppt/slides/slide31.xml" ContentType="application/vnd.openxmlformats-officedocument.presentationml.slide+xml"/>
  <Override PartName="/ppt/slides/slide16.xml" ContentType="application/vnd.openxmlformats-officedocument.presentationml.slide+xml"/>
  <Override PartName="/ppt/slides/slide32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187200"/>
            <a:ext cx="582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28592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187200"/>
            <a:ext cx="582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8592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187200"/>
            <a:ext cx="582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28592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4674240" y="128592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187200"/>
            <a:ext cx="582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457200" y="214200"/>
            <a:ext cx="5829120" cy="264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7200"/>
            <a:ext cx="582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859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8592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57200" y="365004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187200"/>
            <a:ext cx="582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8592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859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674240" y="365004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187200"/>
            <a:ext cx="582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859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859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5004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187200"/>
            <a:ext cx="582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2859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57200" y="365004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187200"/>
            <a:ext cx="582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2859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674240" y="12859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457200" y="365004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4674240" y="365004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187200"/>
            <a:ext cx="582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2859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3239640" y="12859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6022080" y="12859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457200" y="365004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3239640" y="365004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6022080" y="365004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187200"/>
            <a:ext cx="582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457200" y="128592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187200"/>
            <a:ext cx="582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28592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187200"/>
            <a:ext cx="582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28592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74240" y="128592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187200"/>
            <a:ext cx="582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457200" y="214200"/>
            <a:ext cx="5829120" cy="264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187200"/>
            <a:ext cx="582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859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28592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5004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187200"/>
            <a:ext cx="582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8592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2859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674240" y="365004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187200"/>
            <a:ext cx="582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859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2859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57200" y="365004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187200"/>
            <a:ext cx="582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859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57200" y="365004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187200"/>
            <a:ext cx="582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2859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4674240" y="12859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457200" y="365004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4674240" y="365004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187200"/>
            <a:ext cx="5829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2859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3239640" y="12859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6022080" y="12859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457200" y="365004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3239640" y="365004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6022080" y="365004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tângulo 7"/>
          <p:cNvSpPr/>
          <p:nvPr/>
        </p:nvSpPr>
        <p:spPr>
          <a:xfrm>
            <a:off x="142920" y="142920"/>
            <a:ext cx="8857800" cy="6571800"/>
          </a:xfrm>
          <a:prstGeom prst="rect">
            <a:avLst/>
          </a:prstGeom>
          <a:noFill/>
          <a:ln w="63500"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Conector reto 8"/>
          <p:cNvSpPr/>
          <p:nvPr/>
        </p:nvSpPr>
        <p:spPr>
          <a:xfrm>
            <a:off x="500040" y="857160"/>
            <a:ext cx="5857560" cy="1440"/>
          </a:xfrm>
          <a:prstGeom prst="line">
            <a:avLst/>
          </a:prstGeom>
          <a:ln w="31750">
            <a:solidFill>
              <a:srgbClr val="385d8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" name="Picture 2" descr=""/>
          <p:cNvPicPr/>
          <p:nvPr/>
        </p:nvPicPr>
        <p:blipFill>
          <a:blip r:embed="rId2"/>
          <a:stretch/>
        </p:blipFill>
        <p:spPr>
          <a:xfrm>
            <a:off x="6429240" y="488880"/>
            <a:ext cx="2400120" cy="725040"/>
          </a:xfrm>
          <a:prstGeom prst="rect">
            <a:avLst/>
          </a:prstGeom>
          <a:ln w="0">
            <a:noFill/>
          </a:ln>
        </p:spPr>
      </p:pic>
      <p:sp>
        <p:nvSpPr>
          <p:cNvPr id="3" name="Conector reto 10"/>
          <p:cNvSpPr/>
          <p:nvPr/>
        </p:nvSpPr>
        <p:spPr>
          <a:xfrm>
            <a:off x="500040" y="5999040"/>
            <a:ext cx="8143560" cy="1440"/>
          </a:xfrm>
          <a:prstGeom prst="line">
            <a:avLst/>
          </a:prstGeom>
          <a:ln w="31750">
            <a:solidFill>
              <a:srgbClr val="385d8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" name="CaixaDeTexto 11"/>
          <p:cNvSpPr/>
          <p:nvPr/>
        </p:nvSpPr>
        <p:spPr>
          <a:xfrm>
            <a:off x="6646680" y="6215040"/>
            <a:ext cx="20815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385d8a"/>
                </a:solidFill>
                <a:latin typeface="Arial Black"/>
                <a:ea typeface="MS PGothic"/>
              </a:rPr>
              <a:t>www.ufpa.br/spider</a:t>
            </a:r>
            <a:endParaRPr b="0" lang="pt-BR" sz="1400" spc="-1" strike="noStrike">
              <a:latin typeface="Arial"/>
            </a:endParaRPr>
          </a:p>
        </p:txBody>
      </p:sp>
      <p:pic>
        <p:nvPicPr>
          <p:cNvPr id="5" name="Picture 2" descr=""/>
          <p:cNvPicPr/>
          <p:nvPr/>
        </p:nvPicPr>
        <p:blipFill>
          <a:blip r:embed="rId3"/>
          <a:stretch/>
        </p:blipFill>
        <p:spPr>
          <a:xfrm>
            <a:off x="500040" y="6033960"/>
            <a:ext cx="595080" cy="609120"/>
          </a:xfrm>
          <a:prstGeom prst="rect">
            <a:avLst/>
          </a:prstGeom>
          <a:ln w="0">
            <a:noFill/>
          </a:ln>
        </p:spPr>
      </p:pic>
      <p:sp>
        <p:nvSpPr>
          <p:cNvPr id="6" name="CaixaDeTexto 13"/>
          <p:cNvSpPr/>
          <p:nvPr/>
        </p:nvSpPr>
        <p:spPr>
          <a:xfrm>
            <a:off x="863640" y="6143760"/>
            <a:ext cx="2138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385d8a"/>
                </a:solidFill>
                <a:latin typeface="Arial Black"/>
                <a:ea typeface="MS PGothic"/>
              </a:rPr>
              <a:t>UNIVERSIDADE FEDERAL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385d8a"/>
                </a:solidFill>
                <a:latin typeface="Arial Black"/>
                <a:ea typeface="MS PGothic"/>
              </a:rPr>
              <a:t>DO PARÁ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160164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rmAutofit/>
          </a:bodyPr>
          <a:p>
            <a:pPr algn="ctr">
              <a:lnSpc>
                <a:spcPct val="100000"/>
              </a:lnSpc>
            </a:pPr>
            <a:r>
              <a:rPr b="0" lang="pt-BR" sz="3200" spc="-1" strike="noStrike">
                <a:solidFill>
                  <a:srgbClr val="000000"/>
                </a:solidFill>
                <a:latin typeface="Arial Black"/>
                <a:ea typeface="MS PGothic"/>
              </a:rPr>
              <a:t>Clique para editar o estilo do título mestre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onector reto 7"/>
          <p:cNvSpPr/>
          <p:nvPr/>
        </p:nvSpPr>
        <p:spPr>
          <a:xfrm>
            <a:off x="500040" y="868320"/>
            <a:ext cx="5857560" cy="1440"/>
          </a:xfrm>
          <a:prstGeom prst="line">
            <a:avLst/>
          </a:prstGeom>
          <a:ln w="31750">
            <a:solidFill>
              <a:srgbClr val="385d8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6" name="Picture 2" descr=""/>
          <p:cNvPicPr/>
          <p:nvPr/>
        </p:nvPicPr>
        <p:blipFill>
          <a:blip r:embed="rId2"/>
          <a:stretch/>
        </p:blipFill>
        <p:spPr>
          <a:xfrm>
            <a:off x="6429240" y="488880"/>
            <a:ext cx="2400120" cy="725040"/>
          </a:xfrm>
          <a:prstGeom prst="rect">
            <a:avLst/>
          </a:prstGeom>
          <a:ln w="0">
            <a:noFill/>
          </a:ln>
        </p:spPr>
      </p:pic>
      <p:sp>
        <p:nvSpPr>
          <p:cNvPr id="47" name="Conector reto 9"/>
          <p:cNvSpPr/>
          <p:nvPr/>
        </p:nvSpPr>
        <p:spPr>
          <a:xfrm>
            <a:off x="500040" y="5999040"/>
            <a:ext cx="8143560" cy="1440"/>
          </a:xfrm>
          <a:prstGeom prst="line">
            <a:avLst/>
          </a:prstGeom>
          <a:ln w="31750">
            <a:solidFill>
              <a:srgbClr val="385d8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CaixaDeTexto 10"/>
          <p:cNvSpPr/>
          <p:nvPr/>
        </p:nvSpPr>
        <p:spPr>
          <a:xfrm>
            <a:off x="6646680" y="6215040"/>
            <a:ext cx="20815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385d8a"/>
                </a:solidFill>
                <a:latin typeface="Arial Black"/>
                <a:ea typeface="MS PGothic"/>
              </a:rPr>
              <a:t>www.ufpa.br/spider</a:t>
            </a:r>
            <a:endParaRPr b="0" lang="pt-BR" sz="1400" spc="-1" strike="noStrike">
              <a:latin typeface="Arial"/>
            </a:endParaRPr>
          </a:p>
        </p:txBody>
      </p:sp>
      <p:pic>
        <p:nvPicPr>
          <p:cNvPr id="49" name="Picture 2" descr=""/>
          <p:cNvPicPr/>
          <p:nvPr/>
        </p:nvPicPr>
        <p:blipFill>
          <a:blip r:embed="rId3"/>
          <a:stretch/>
        </p:blipFill>
        <p:spPr>
          <a:xfrm>
            <a:off x="500040" y="6033960"/>
            <a:ext cx="595080" cy="609120"/>
          </a:xfrm>
          <a:prstGeom prst="rect">
            <a:avLst/>
          </a:prstGeom>
          <a:ln w="0">
            <a:noFill/>
          </a:ln>
        </p:spPr>
      </p:pic>
      <p:sp>
        <p:nvSpPr>
          <p:cNvPr id="50" name="CaixaDeTexto 12"/>
          <p:cNvSpPr/>
          <p:nvPr/>
        </p:nvSpPr>
        <p:spPr>
          <a:xfrm>
            <a:off x="863640" y="6143760"/>
            <a:ext cx="2138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385d8a"/>
                </a:solidFill>
                <a:latin typeface="Arial Black"/>
                <a:ea typeface="MS PGothic"/>
              </a:rPr>
              <a:t>UNIVERSIDADE FEDERAL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385d8a"/>
                </a:solidFill>
                <a:latin typeface="Arial Black"/>
                <a:ea typeface="MS PGothic"/>
              </a:rPr>
              <a:t>DO PARÁ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14200"/>
            <a:ext cx="5829120" cy="5713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</a:pPr>
            <a:r>
              <a:rPr b="0" lang="pt-BR" sz="3600" spc="-1" strike="noStrike">
                <a:solidFill>
                  <a:srgbClr val="000000"/>
                </a:solidFill>
                <a:latin typeface="Arial"/>
                <a:ea typeface="MS PGothic"/>
              </a:rPr>
              <a:t>Clique para editar o estilo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8592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  <a:ea typeface="MS PGothic"/>
              </a:rPr>
              <a:t>Clique para editar os estilos do texto mestre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  <a:ea typeface="MS PGothic"/>
              </a:rPr>
              <a:t>Segundo nível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  <a:ea typeface="MS PGothic"/>
              </a:rPr>
              <a:t>Terceiro nível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  <a:ea typeface="MS PGothic"/>
              </a:rPr>
              <a:t>Quarto nível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  <a:ea typeface="MS PGothic"/>
              </a:rPr>
              <a:t>Quinto nível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/>
          </p:nvPr>
        </p:nvSpPr>
        <p:spPr>
          <a:xfrm>
            <a:off x="3652920" y="6215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endParaRPr b="0" lang="pt-BR" sz="2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jpeg"/><Relationship Id="rId4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image" Target="../media/image44.jpeg"/><Relationship Id="rId3" Type="http://schemas.openxmlformats.org/officeDocument/2006/relationships/image" Target="../media/image45.jpe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Relationship Id="rId11" Type="http://schemas.openxmlformats.org/officeDocument/2006/relationships/image" Target="../media/image68.png"/><Relationship Id="rId12" Type="http://schemas.openxmlformats.org/officeDocument/2006/relationships/image" Target="../media/image69.png"/><Relationship Id="rId13" Type="http://schemas.openxmlformats.org/officeDocument/2006/relationships/image" Target="../media/image70.png"/><Relationship Id="rId14" Type="http://schemas.openxmlformats.org/officeDocument/2006/relationships/image" Target="../media/image71.png"/><Relationship Id="rId15" Type="http://schemas.openxmlformats.org/officeDocument/2006/relationships/image" Target="../media/image72.png"/><Relationship Id="rId16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3.jpe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74.png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79.pn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80.png"/><Relationship Id="rId2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81.pn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82.png"/><Relationship Id="rId2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83.png"/><Relationship Id="rId2" Type="http://schemas.openxmlformats.org/officeDocument/2006/relationships/image" Target="../media/image84.jpeg"/><Relationship Id="rId3" Type="http://schemas.openxmlformats.org/officeDocument/2006/relationships/image" Target="../media/image85.jpeg"/><Relationship Id="rId4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86.jpeg"/><Relationship Id="rId2" Type="http://schemas.openxmlformats.org/officeDocument/2006/relationships/image" Target="../media/image87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92.jpeg"/><Relationship Id="rId2" Type="http://schemas.openxmlformats.org/officeDocument/2006/relationships/image" Target="../media/image93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98.png"/><Relationship Id="rId2" Type="http://schemas.openxmlformats.org/officeDocument/2006/relationships/image" Target="../media/image99.png"/><Relationship Id="rId3" Type="http://schemas.openxmlformats.org/officeDocument/2006/relationships/image" Target="../media/image100.png"/><Relationship Id="rId4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85800" y="1887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Calibri"/>
                <a:ea typeface="MS PGothic"/>
              </a:rPr>
              <a:t>Gerência de Configuração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1371600" y="3643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2400" spc="-1" strike="noStrike">
                <a:latin typeface="Calibri"/>
              </a:rPr>
              <a:t>Prof. Dr. Sandro Bezerra</a:t>
            </a:r>
            <a:endParaRPr b="0" lang="pt-BR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2400" spc="-1" strike="noStrike">
                <a:latin typeface="Calibri"/>
              </a:rPr>
              <a:t>srbo@ufpa.br</a:t>
            </a:r>
            <a:endParaRPr b="0" lang="pt-BR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pt-BR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2400" spc="-1" strike="noStrike">
                <a:latin typeface="Calibri"/>
              </a:rPr>
              <a:t>202</a:t>
            </a:r>
            <a:r>
              <a:rPr b="0" lang="pt-BR" sz="2400" spc="-1" strike="noStrike">
                <a:latin typeface="Calibri"/>
              </a:rPr>
              <a:t>4</a:t>
            </a:r>
            <a:endParaRPr b="0" lang="pt-B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313440" y="-114480"/>
            <a:ext cx="252252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Introdução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object 12"/>
          <p:cNvSpPr/>
          <p:nvPr/>
        </p:nvSpPr>
        <p:spPr>
          <a:xfrm>
            <a:off x="221760" y="1196640"/>
            <a:ext cx="8526600" cy="31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355680" indent="-34308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S PGothic"/>
              </a:rPr>
              <a:t>A </a:t>
            </a:r>
            <a:r>
              <a:rPr b="0" lang="en-US" sz="3200" spc="-7" strike="noStrike">
                <a:solidFill>
                  <a:srgbClr val="000000"/>
                </a:solidFill>
                <a:latin typeface="Calibri"/>
                <a:ea typeface="MS PGothic"/>
              </a:rPr>
              <a:t>Engenharia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S PGothic"/>
              </a:rPr>
              <a:t>de </a:t>
            </a:r>
            <a:r>
              <a:rPr b="0" lang="en-US" sz="3200" spc="18" strike="noStrike">
                <a:solidFill>
                  <a:srgbClr val="000000"/>
                </a:solidFill>
                <a:latin typeface="Calibri"/>
                <a:ea typeface="MS PGothic"/>
              </a:rPr>
              <a:t>So</a:t>
            </a:r>
            <a:r>
              <a:rPr b="0" lang="x-none" sz="3200" spc="18" strike="noStrike">
                <a:solidFill>
                  <a:srgbClr val="000000"/>
                </a:solidFill>
                <a:latin typeface="Calibri"/>
                <a:ea typeface="MS PGothic"/>
              </a:rPr>
              <a:t>ft</a:t>
            </a:r>
            <a:r>
              <a:rPr b="0" lang="en-US" sz="3200" spc="18" strike="noStrike">
                <a:solidFill>
                  <a:srgbClr val="000000"/>
                </a:solidFill>
                <a:latin typeface="Calibri"/>
                <a:ea typeface="MS PGothic"/>
              </a:rPr>
              <a:t>ware...</a:t>
            </a:r>
            <a:endParaRPr b="0" lang="pt-BR" sz="3200" spc="-1" strike="noStrike">
              <a:latin typeface="Arial"/>
            </a:endParaRPr>
          </a:p>
          <a:p>
            <a:pPr lvl="1" marL="749160" indent="-279360">
              <a:lnSpc>
                <a:spcPts val="3331"/>
              </a:lnSpc>
              <a:spcBef>
                <a:spcPts val="771"/>
              </a:spcBef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  <a:ea typeface="MS PGothic"/>
              </a:rPr>
              <a:t>Abordagem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MS PGothic"/>
              </a:rPr>
              <a:t>disciplinada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  <a:ea typeface="MS PGothic"/>
              </a:rPr>
              <a:t>para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MS PGothic"/>
              </a:rPr>
              <a:t>o</a:t>
            </a:r>
            <a:r>
              <a:rPr b="0" lang="x-none" sz="2800" spc="-1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x-none" sz="2800" spc="-7" strike="noStrike">
                <a:solidFill>
                  <a:srgbClr val="000000"/>
                </a:solidFill>
                <a:latin typeface="Calibri"/>
                <a:ea typeface="MS PGothic"/>
              </a:rPr>
              <a:t>desenvolvimento </a:t>
            </a:r>
            <a:r>
              <a:rPr b="0" lang="x-none" sz="2800" spc="-1" strike="noStrike">
                <a:solidFill>
                  <a:srgbClr val="000000"/>
                </a:solidFill>
                <a:latin typeface="Calibri"/>
                <a:ea typeface="MS PGothic"/>
              </a:rPr>
              <a:t>de  </a:t>
            </a:r>
            <a:r>
              <a:rPr b="0" lang="x-none" sz="2800" spc="24" strike="noStrike">
                <a:solidFill>
                  <a:srgbClr val="000000"/>
                </a:solidFill>
                <a:latin typeface="Calibri"/>
                <a:ea typeface="MS PGothic"/>
              </a:rPr>
              <a:t>software</a:t>
            </a:r>
            <a:endParaRPr b="0" lang="pt-BR" sz="2800" spc="-1" strike="noStrike">
              <a:latin typeface="Arial"/>
            </a:endParaRPr>
          </a:p>
          <a:p>
            <a:pPr lvl="1" marL="755640" indent="-285840">
              <a:lnSpc>
                <a:spcPct val="100000"/>
              </a:lnSpc>
              <a:spcBef>
                <a:spcPts val="604"/>
              </a:spcBef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x-none" sz="2800" spc="-7" strike="noStrike">
                <a:solidFill>
                  <a:srgbClr val="000000"/>
                </a:solidFill>
                <a:latin typeface="Calibri"/>
                <a:ea typeface="MS PGothic"/>
              </a:rPr>
              <a:t>Grande diversidade </a:t>
            </a:r>
            <a:r>
              <a:rPr b="0" lang="x-none" sz="2800" spc="-1" strike="noStrike">
                <a:solidFill>
                  <a:srgbClr val="000000"/>
                </a:solidFill>
                <a:latin typeface="Calibri"/>
                <a:ea typeface="MS PGothic"/>
              </a:rPr>
              <a:t>de</a:t>
            </a:r>
            <a:r>
              <a:rPr b="0" lang="x-none" sz="2800" spc="9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x-none" sz="2800" spc="-7" strike="noStrike">
                <a:solidFill>
                  <a:srgbClr val="000000"/>
                </a:solidFill>
                <a:latin typeface="Calibri"/>
                <a:ea typeface="MS PGothic"/>
              </a:rPr>
              <a:t>metodologias</a:t>
            </a:r>
            <a:endParaRPr b="0" lang="pt-BR" sz="28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734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3200" spc="-7" strike="noStrike">
                <a:solidFill>
                  <a:srgbClr val="000000"/>
                </a:solidFill>
                <a:latin typeface="Calibri"/>
                <a:ea typeface="MS PGothic"/>
              </a:rPr>
              <a:t>Ponto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S PGothic"/>
              </a:rPr>
              <a:t>em </a:t>
            </a:r>
            <a:r>
              <a:rPr b="0" lang="en-US" sz="3200" spc="-7" strike="noStrike">
                <a:solidFill>
                  <a:srgbClr val="000000"/>
                </a:solidFill>
                <a:latin typeface="Calibri"/>
                <a:ea typeface="MS PGothic"/>
              </a:rPr>
              <a:t>comum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S PGothic"/>
              </a:rPr>
              <a:t>nas</a:t>
            </a:r>
            <a:r>
              <a:rPr b="0" lang="en-US" sz="3200" spc="4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3200" spc="-7" strike="noStrike">
                <a:solidFill>
                  <a:srgbClr val="000000"/>
                </a:solidFill>
                <a:latin typeface="Calibri"/>
                <a:ea typeface="MS PGothic"/>
              </a:rPr>
              <a:t>metodologias:</a:t>
            </a:r>
            <a:endParaRPr b="0" lang="pt-BR" sz="3200" spc="-1" strike="noStrike">
              <a:latin typeface="Arial"/>
            </a:endParaRPr>
          </a:p>
          <a:p>
            <a:pPr lvl="1" marL="755640" indent="-285840">
              <a:lnSpc>
                <a:spcPct val="100000"/>
              </a:lnSpc>
              <a:spcBef>
                <a:spcPts val="666"/>
              </a:spcBef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  <a:ea typeface="MS PGothic"/>
              </a:rPr>
              <a:t>reﬁnamentos sucessivos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MS PGothic"/>
              </a:rPr>
              <a:t>de</a:t>
            </a:r>
            <a:r>
              <a:rPr b="0" lang="en-US" sz="2800" spc="9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  <a:ea typeface="MS PGothic"/>
              </a:rPr>
              <a:t>artefatos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94" name="object 14"/>
          <p:cNvSpPr/>
          <p:nvPr/>
        </p:nvSpPr>
        <p:spPr>
          <a:xfrm>
            <a:off x="1835640" y="4437000"/>
            <a:ext cx="5541480" cy="13683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67640" y="-330480"/>
            <a:ext cx="743724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MS PGothic"/>
              </a:rPr>
              <a:t>Mas </a:t>
            </a: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onde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MS PGothic"/>
              </a:rPr>
              <a:t>ﬁcam </a:t>
            </a: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esses</a:t>
            </a:r>
            <a:r>
              <a:rPr b="0" lang="en-US" sz="3600" spc="-35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artefatos?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6" name="object 12"/>
          <p:cNvGrpSpPr/>
          <p:nvPr/>
        </p:nvGrpSpPr>
        <p:grpSpPr>
          <a:xfrm>
            <a:off x="3357720" y="1641600"/>
            <a:ext cx="1785960" cy="1285560"/>
            <a:chOff x="3357720" y="1641600"/>
            <a:chExt cx="1785960" cy="1285560"/>
          </a:xfrm>
        </p:grpSpPr>
        <p:sp>
          <p:nvSpPr>
            <p:cNvPr id="97" name="object 13"/>
            <p:cNvSpPr/>
            <p:nvPr/>
          </p:nvSpPr>
          <p:spPr>
            <a:xfrm>
              <a:off x="3357720" y="1641600"/>
              <a:ext cx="1785960" cy="1285560"/>
            </a:xfrm>
            <a:custGeom>
              <a:avLst/>
              <a:gdLst/>
              <a:ahLst/>
              <a:rect l="l" t="t" r="r" b="b"/>
              <a:pathLst>
                <a:path w="1786254" h="1285875">
                  <a:moveTo>
                    <a:pt x="1571625" y="0"/>
                  </a:moveTo>
                  <a:lnTo>
                    <a:pt x="214312" y="0"/>
                  </a:lnTo>
                  <a:lnTo>
                    <a:pt x="165171" y="5660"/>
                  </a:lnTo>
                  <a:lnTo>
                    <a:pt x="120062" y="21782"/>
                  </a:lnTo>
                  <a:lnTo>
                    <a:pt x="80269" y="47082"/>
                  </a:lnTo>
                  <a:lnTo>
                    <a:pt x="47081" y="80272"/>
                  </a:lnTo>
                  <a:lnTo>
                    <a:pt x="21782" y="120066"/>
                  </a:lnTo>
                  <a:lnTo>
                    <a:pt x="5660" y="165179"/>
                  </a:lnTo>
                  <a:lnTo>
                    <a:pt x="0" y="214325"/>
                  </a:lnTo>
                  <a:lnTo>
                    <a:pt x="0" y="1071562"/>
                  </a:lnTo>
                  <a:lnTo>
                    <a:pt x="5660" y="1120703"/>
                  </a:lnTo>
                  <a:lnTo>
                    <a:pt x="21782" y="1165812"/>
                  </a:lnTo>
                  <a:lnTo>
                    <a:pt x="47081" y="1205605"/>
                  </a:lnTo>
                  <a:lnTo>
                    <a:pt x="80269" y="1238793"/>
                  </a:lnTo>
                  <a:lnTo>
                    <a:pt x="120062" y="1264092"/>
                  </a:lnTo>
                  <a:lnTo>
                    <a:pt x="165171" y="1280214"/>
                  </a:lnTo>
                  <a:lnTo>
                    <a:pt x="214312" y="1285875"/>
                  </a:lnTo>
                  <a:lnTo>
                    <a:pt x="1571625" y="1285875"/>
                  </a:lnTo>
                  <a:lnTo>
                    <a:pt x="1620765" y="1280214"/>
                  </a:lnTo>
                  <a:lnTo>
                    <a:pt x="1665875" y="1264092"/>
                  </a:lnTo>
                  <a:lnTo>
                    <a:pt x="1705667" y="1238793"/>
                  </a:lnTo>
                  <a:lnTo>
                    <a:pt x="1738856" y="1205605"/>
                  </a:lnTo>
                  <a:lnTo>
                    <a:pt x="1764154" y="1165812"/>
                  </a:lnTo>
                  <a:lnTo>
                    <a:pt x="1780277" y="1120703"/>
                  </a:lnTo>
                  <a:lnTo>
                    <a:pt x="1785937" y="1071562"/>
                  </a:lnTo>
                  <a:lnTo>
                    <a:pt x="1785937" y="214325"/>
                  </a:lnTo>
                  <a:lnTo>
                    <a:pt x="1780277" y="165179"/>
                  </a:lnTo>
                  <a:lnTo>
                    <a:pt x="1764154" y="120066"/>
                  </a:lnTo>
                  <a:lnTo>
                    <a:pt x="1738856" y="80272"/>
                  </a:lnTo>
                  <a:lnTo>
                    <a:pt x="1705667" y="47082"/>
                  </a:lnTo>
                  <a:lnTo>
                    <a:pt x="1665875" y="21782"/>
                  </a:lnTo>
                  <a:lnTo>
                    <a:pt x="1620765" y="5660"/>
                  </a:lnTo>
                  <a:lnTo>
                    <a:pt x="1571625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" name="object 14"/>
            <p:cNvSpPr/>
            <p:nvPr/>
          </p:nvSpPr>
          <p:spPr>
            <a:xfrm>
              <a:off x="3357720" y="1641600"/>
              <a:ext cx="1785960" cy="1285560"/>
            </a:xfrm>
            <a:custGeom>
              <a:avLst/>
              <a:gdLst/>
              <a:ahLst/>
              <a:rect l="l" t="t" r="r" b="b"/>
              <a:pathLst>
                <a:path w="1786254" h="1285875">
                  <a:moveTo>
                    <a:pt x="0" y="214316"/>
                  </a:moveTo>
                  <a:lnTo>
                    <a:pt x="5660" y="165176"/>
                  </a:lnTo>
                  <a:lnTo>
                    <a:pt x="21783" y="120065"/>
                  </a:lnTo>
                  <a:lnTo>
                    <a:pt x="47083" y="80272"/>
                  </a:lnTo>
                  <a:lnTo>
                    <a:pt x="80272" y="47083"/>
                  </a:lnTo>
                  <a:lnTo>
                    <a:pt x="120065" y="21783"/>
                  </a:lnTo>
                  <a:lnTo>
                    <a:pt x="165175" y="5660"/>
                  </a:lnTo>
                  <a:lnTo>
                    <a:pt x="214316" y="0"/>
                  </a:lnTo>
                  <a:lnTo>
                    <a:pt x="1571618" y="0"/>
                  </a:lnTo>
                  <a:lnTo>
                    <a:pt x="1620758" y="5660"/>
                  </a:lnTo>
                  <a:lnTo>
                    <a:pt x="1665868" y="21783"/>
                  </a:lnTo>
                  <a:lnTo>
                    <a:pt x="1705662" y="47083"/>
                  </a:lnTo>
                  <a:lnTo>
                    <a:pt x="1738853" y="80272"/>
                  </a:lnTo>
                  <a:lnTo>
                    <a:pt x="1764153" y="120065"/>
                  </a:lnTo>
                  <a:lnTo>
                    <a:pt x="1780278" y="165176"/>
                  </a:lnTo>
                  <a:lnTo>
                    <a:pt x="1785938" y="214316"/>
                  </a:lnTo>
                  <a:lnTo>
                    <a:pt x="1785938" y="1071559"/>
                  </a:lnTo>
                  <a:lnTo>
                    <a:pt x="1780278" y="1120699"/>
                  </a:lnTo>
                  <a:lnTo>
                    <a:pt x="1764153" y="1165809"/>
                  </a:lnTo>
                  <a:lnTo>
                    <a:pt x="1738853" y="1205603"/>
                  </a:lnTo>
                  <a:lnTo>
                    <a:pt x="1705662" y="1238793"/>
                  </a:lnTo>
                  <a:lnTo>
                    <a:pt x="1665868" y="1264094"/>
                  </a:lnTo>
                  <a:lnTo>
                    <a:pt x="1620758" y="1280218"/>
                  </a:lnTo>
                  <a:lnTo>
                    <a:pt x="1571618" y="1285879"/>
                  </a:lnTo>
                  <a:lnTo>
                    <a:pt x="214316" y="1285879"/>
                  </a:lnTo>
                  <a:lnTo>
                    <a:pt x="165175" y="1280218"/>
                  </a:lnTo>
                  <a:lnTo>
                    <a:pt x="120065" y="1264094"/>
                  </a:lnTo>
                  <a:lnTo>
                    <a:pt x="80272" y="1238793"/>
                  </a:lnTo>
                  <a:lnTo>
                    <a:pt x="47083" y="1205603"/>
                  </a:lnTo>
                  <a:lnTo>
                    <a:pt x="21783" y="1165809"/>
                  </a:lnTo>
                  <a:lnTo>
                    <a:pt x="5660" y="1120699"/>
                  </a:lnTo>
                  <a:lnTo>
                    <a:pt x="0" y="1071559"/>
                  </a:lnTo>
                  <a:lnTo>
                    <a:pt x="0" y="214316"/>
                  </a:lnTo>
                  <a:close/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9" name="object 15"/>
          <p:cNvSpPr/>
          <p:nvPr/>
        </p:nvSpPr>
        <p:spPr>
          <a:xfrm>
            <a:off x="3575520" y="1860120"/>
            <a:ext cx="135540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 algn="ctr">
              <a:lnSpc>
                <a:spcPct val="100000"/>
              </a:lnSpc>
              <a:spcBef>
                <a:spcPts val="111"/>
              </a:spcBef>
            </a:pPr>
            <a:r>
              <a:rPr b="0" lang="en-US" sz="1800" spc="-7" strike="noStrike">
                <a:solidFill>
                  <a:srgbClr val="ffffff"/>
                </a:solidFill>
                <a:latin typeface="Calibri"/>
                <a:ea typeface="MS PGothic"/>
              </a:rPr>
              <a:t>Tarefas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MS PGothic"/>
              </a:rPr>
              <a:t>de  </a:t>
            </a:r>
            <a:r>
              <a:rPr b="0" lang="en-US" sz="1800" spc="-7" strike="noStrike">
                <a:solidFill>
                  <a:srgbClr val="ffffff"/>
                </a:solidFill>
                <a:latin typeface="Calibri"/>
                <a:ea typeface="MS PGothic"/>
              </a:rPr>
              <a:t>Engenharia</a:t>
            </a:r>
            <a:r>
              <a:rPr b="0" lang="en-US" sz="1800" spc="-55" strike="noStrike">
                <a:solidFill>
                  <a:srgbClr val="ffffff"/>
                </a:solidFill>
                <a:latin typeface="Calibri"/>
                <a:ea typeface="MS PGothic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MS PGothic"/>
              </a:rPr>
              <a:t>de  </a:t>
            </a:r>
            <a:r>
              <a:rPr b="0" lang="en-US" sz="1800" spc="12" strike="noStrike">
                <a:solidFill>
                  <a:srgbClr val="ffffff"/>
                </a:solidFill>
                <a:latin typeface="Calibri"/>
                <a:ea typeface="MS PGothic"/>
              </a:rPr>
              <a:t>So</a:t>
            </a:r>
            <a:r>
              <a:rPr b="0" lang="x-none" sz="1800" spc="12" strike="noStrike">
                <a:solidFill>
                  <a:srgbClr val="ffffff"/>
                </a:solidFill>
                <a:latin typeface="Calibri"/>
                <a:ea typeface="MS PGothic"/>
              </a:rPr>
              <a:t>ft</a:t>
            </a:r>
            <a:r>
              <a:rPr b="0" lang="en-US" sz="1800" spc="12" strike="noStrike">
                <a:solidFill>
                  <a:srgbClr val="ffffff"/>
                </a:solidFill>
                <a:latin typeface="Calibri"/>
                <a:ea typeface="MS PGothic"/>
              </a:rPr>
              <a:t>ware</a:t>
            </a:r>
            <a:endParaRPr b="0" lang="pt-BR" sz="1800" spc="-1" strike="noStrike">
              <a:latin typeface="Arial"/>
            </a:endParaRPr>
          </a:p>
        </p:txBody>
      </p:sp>
      <p:grpSp>
        <p:nvGrpSpPr>
          <p:cNvPr id="100" name="object 16"/>
          <p:cNvGrpSpPr/>
          <p:nvPr/>
        </p:nvGrpSpPr>
        <p:grpSpPr>
          <a:xfrm>
            <a:off x="5143320" y="3141720"/>
            <a:ext cx="1000080" cy="785880"/>
            <a:chOff x="5143320" y="3141720"/>
            <a:chExt cx="1000080" cy="785880"/>
          </a:xfrm>
        </p:grpSpPr>
        <p:sp>
          <p:nvSpPr>
            <p:cNvPr id="101" name="object 17"/>
            <p:cNvSpPr/>
            <p:nvPr/>
          </p:nvSpPr>
          <p:spPr>
            <a:xfrm>
              <a:off x="5143320" y="3141720"/>
              <a:ext cx="999720" cy="785880"/>
            </a:xfrm>
            <a:custGeom>
              <a:avLst/>
              <a:gdLst/>
              <a:ahLst/>
              <a:rect l="l" t="t" r="r" b="b"/>
              <a:pathLst>
                <a:path w="1000125" h="786129">
                  <a:moveTo>
                    <a:pt x="1000125" y="0"/>
                  </a:moveTo>
                  <a:lnTo>
                    <a:pt x="0" y="0"/>
                  </a:lnTo>
                  <a:lnTo>
                    <a:pt x="0" y="785812"/>
                  </a:lnTo>
                  <a:lnTo>
                    <a:pt x="1000125" y="785812"/>
                  </a:lnTo>
                  <a:lnTo>
                    <a:pt x="1000125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" name="object 18"/>
            <p:cNvSpPr/>
            <p:nvPr/>
          </p:nvSpPr>
          <p:spPr>
            <a:xfrm>
              <a:off x="5143680" y="3141720"/>
              <a:ext cx="999720" cy="785880"/>
            </a:xfrm>
            <a:custGeom>
              <a:avLst/>
              <a:gdLst/>
              <a:ahLst/>
              <a:rect l="l" t="t" r="r" b="b"/>
              <a:pathLst>
                <a:path w="1000125" h="786129">
                  <a:moveTo>
                    <a:pt x="0" y="0"/>
                  </a:moveTo>
                  <a:lnTo>
                    <a:pt x="1000119" y="0"/>
                  </a:lnTo>
                  <a:lnTo>
                    <a:pt x="1000119" y="785812"/>
                  </a:lnTo>
                  <a:lnTo>
                    <a:pt x="0" y="78581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3" name="object 19"/>
          <p:cNvSpPr/>
          <p:nvPr/>
        </p:nvSpPr>
        <p:spPr>
          <a:xfrm>
            <a:off x="5244120" y="3247560"/>
            <a:ext cx="804240" cy="5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8080" bIns="0" anchor="t">
            <a:spAutoFit/>
          </a:bodyPr>
          <a:p>
            <a:pPr marL="169560" indent="-157320">
              <a:lnSpc>
                <a:spcPts val="2100"/>
              </a:lnSpc>
              <a:spcBef>
                <a:spcPts val="221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MS PGothic"/>
              </a:rPr>
              <a:t>A</a:t>
            </a:r>
            <a:r>
              <a:rPr b="0" lang="en-US" sz="1600" spc="-7" strike="noStrike">
                <a:solidFill>
                  <a:srgbClr val="ffffff"/>
                </a:solidFill>
                <a:latin typeface="Calibri"/>
                <a:ea typeface="MS PGothic"/>
              </a:rPr>
              <a:t>r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MS PGothic"/>
              </a:rPr>
              <a:t>t</a:t>
            </a:r>
            <a:r>
              <a:rPr b="0" lang="en-US" sz="1600" spc="-7" strike="noStrike">
                <a:solidFill>
                  <a:srgbClr val="ffffff"/>
                </a:solidFill>
                <a:latin typeface="Calibri"/>
                <a:ea typeface="MS PGothic"/>
              </a:rPr>
              <a:t>e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MS PGothic"/>
              </a:rPr>
              <a:t>fato  </a:t>
            </a:r>
            <a:r>
              <a:rPr b="0" lang="en-US" sz="1600" spc="-7" strike="noStrike">
                <a:solidFill>
                  <a:srgbClr val="ffffff"/>
                </a:solidFill>
                <a:latin typeface="Calibri"/>
                <a:ea typeface="MS PGothic"/>
              </a:rPr>
              <a:t>novo</a:t>
            </a:r>
            <a:endParaRPr b="0" lang="pt-BR" sz="1600" spc="-1" strike="noStrike">
              <a:latin typeface="Arial"/>
            </a:endParaRPr>
          </a:p>
        </p:txBody>
      </p:sp>
      <p:grpSp>
        <p:nvGrpSpPr>
          <p:cNvPr id="104" name="object 20"/>
          <p:cNvGrpSpPr/>
          <p:nvPr/>
        </p:nvGrpSpPr>
        <p:grpSpPr>
          <a:xfrm>
            <a:off x="3357720" y="4284720"/>
            <a:ext cx="1785960" cy="1214280"/>
            <a:chOff x="3357720" y="4284720"/>
            <a:chExt cx="1785960" cy="1214280"/>
          </a:xfrm>
        </p:grpSpPr>
        <p:sp>
          <p:nvSpPr>
            <p:cNvPr id="105" name="object 21"/>
            <p:cNvSpPr/>
            <p:nvPr/>
          </p:nvSpPr>
          <p:spPr>
            <a:xfrm>
              <a:off x="3357720" y="4284720"/>
              <a:ext cx="1785960" cy="1214280"/>
            </a:xfrm>
            <a:custGeom>
              <a:avLst/>
              <a:gdLst/>
              <a:ahLst/>
              <a:rect l="l" t="t" r="r" b="b"/>
              <a:pathLst>
                <a:path w="1786254" h="1214754">
                  <a:moveTo>
                    <a:pt x="892962" y="0"/>
                  </a:moveTo>
                  <a:lnTo>
                    <a:pt x="819726" y="671"/>
                  </a:lnTo>
                  <a:lnTo>
                    <a:pt x="748120" y="2649"/>
                  </a:lnTo>
                  <a:lnTo>
                    <a:pt x="678374" y="5882"/>
                  </a:lnTo>
                  <a:lnTo>
                    <a:pt x="610718" y="10319"/>
                  </a:lnTo>
                  <a:lnTo>
                    <a:pt x="545382" y="15907"/>
                  </a:lnTo>
                  <a:lnTo>
                    <a:pt x="482596" y="22593"/>
                  </a:lnTo>
                  <a:lnTo>
                    <a:pt x="422589" y="30327"/>
                  </a:lnTo>
                  <a:lnTo>
                    <a:pt x="365591" y="39055"/>
                  </a:lnTo>
                  <a:lnTo>
                    <a:pt x="311833" y="48725"/>
                  </a:lnTo>
                  <a:lnTo>
                    <a:pt x="261543" y="59286"/>
                  </a:lnTo>
                  <a:lnTo>
                    <a:pt x="214953" y="70686"/>
                  </a:lnTo>
                  <a:lnTo>
                    <a:pt x="172290" y="82872"/>
                  </a:lnTo>
                  <a:lnTo>
                    <a:pt x="133787" y="95792"/>
                  </a:lnTo>
                  <a:lnTo>
                    <a:pt x="70173" y="123626"/>
                  </a:lnTo>
                  <a:lnTo>
                    <a:pt x="25952" y="153771"/>
                  </a:lnTo>
                  <a:lnTo>
                    <a:pt x="2960" y="185812"/>
                  </a:lnTo>
                  <a:lnTo>
                    <a:pt x="0" y="202412"/>
                  </a:lnTo>
                  <a:lnTo>
                    <a:pt x="0" y="1012031"/>
                  </a:lnTo>
                  <a:lnTo>
                    <a:pt x="25952" y="1060672"/>
                  </a:lnTo>
                  <a:lnTo>
                    <a:pt x="70173" y="1090817"/>
                  </a:lnTo>
                  <a:lnTo>
                    <a:pt x="133787" y="1118650"/>
                  </a:lnTo>
                  <a:lnTo>
                    <a:pt x="172290" y="1131570"/>
                  </a:lnTo>
                  <a:lnTo>
                    <a:pt x="214953" y="1143755"/>
                  </a:lnTo>
                  <a:lnTo>
                    <a:pt x="261543" y="1155154"/>
                  </a:lnTo>
                  <a:lnTo>
                    <a:pt x="311833" y="1165714"/>
                  </a:lnTo>
                  <a:lnTo>
                    <a:pt x="365591" y="1175385"/>
                  </a:lnTo>
                  <a:lnTo>
                    <a:pt x="422589" y="1184112"/>
                  </a:lnTo>
                  <a:lnTo>
                    <a:pt x="482596" y="1191845"/>
                  </a:lnTo>
                  <a:lnTo>
                    <a:pt x="545382" y="1198531"/>
                  </a:lnTo>
                  <a:lnTo>
                    <a:pt x="610718" y="1204118"/>
                  </a:lnTo>
                  <a:lnTo>
                    <a:pt x="678374" y="1208555"/>
                  </a:lnTo>
                  <a:lnTo>
                    <a:pt x="748120" y="1211788"/>
                  </a:lnTo>
                  <a:lnTo>
                    <a:pt x="819726" y="1213766"/>
                  </a:lnTo>
                  <a:lnTo>
                    <a:pt x="892962" y="1214437"/>
                  </a:lnTo>
                  <a:lnTo>
                    <a:pt x="966200" y="1213766"/>
                  </a:lnTo>
                  <a:lnTo>
                    <a:pt x="1037808" y="1211788"/>
                  </a:lnTo>
                  <a:lnTo>
                    <a:pt x="1107555" y="1208555"/>
                  </a:lnTo>
                  <a:lnTo>
                    <a:pt x="1175212" y="1204118"/>
                  </a:lnTo>
                  <a:lnTo>
                    <a:pt x="1240549" y="1198531"/>
                  </a:lnTo>
                  <a:lnTo>
                    <a:pt x="1303337" y="1191845"/>
                  </a:lnTo>
                  <a:lnTo>
                    <a:pt x="1363344" y="1184112"/>
                  </a:lnTo>
                  <a:lnTo>
                    <a:pt x="1420343" y="1175385"/>
                  </a:lnTo>
                  <a:lnTo>
                    <a:pt x="1474102" y="1165714"/>
                  </a:lnTo>
                  <a:lnTo>
                    <a:pt x="1524392" y="1155154"/>
                  </a:lnTo>
                  <a:lnTo>
                    <a:pt x="1570983" y="1143755"/>
                  </a:lnTo>
                  <a:lnTo>
                    <a:pt x="1613645" y="1131570"/>
                  </a:lnTo>
                  <a:lnTo>
                    <a:pt x="1652149" y="1118650"/>
                  </a:lnTo>
                  <a:lnTo>
                    <a:pt x="1715763" y="1090817"/>
                  </a:lnTo>
                  <a:lnTo>
                    <a:pt x="1759985" y="1060672"/>
                  </a:lnTo>
                  <a:lnTo>
                    <a:pt x="1782977" y="1028631"/>
                  </a:lnTo>
                  <a:lnTo>
                    <a:pt x="1785937" y="1012031"/>
                  </a:lnTo>
                  <a:lnTo>
                    <a:pt x="1785937" y="202412"/>
                  </a:lnTo>
                  <a:lnTo>
                    <a:pt x="1759985" y="153771"/>
                  </a:lnTo>
                  <a:lnTo>
                    <a:pt x="1715763" y="123626"/>
                  </a:lnTo>
                  <a:lnTo>
                    <a:pt x="1652149" y="95792"/>
                  </a:lnTo>
                  <a:lnTo>
                    <a:pt x="1613645" y="82872"/>
                  </a:lnTo>
                  <a:lnTo>
                    <a:pt x="1570983" y="70686"/>
                  </a:lnTo>
                  <a:lnTo>
                    <a:pt x="1524392" y="59286"/>
                  </a:lnTo>
                  <a:lnTo>
                    <a:pt x="1474102" y="48725"/>
                  </a:lnTo>
                  <a:lnTo>
                    <a:pt x="1420343" y="39055"/>
                  </a:lnTo>
                  <a:lnTo>
                    <a:pt x="1363344" y="30327"/>
                  </a:lnTo>
                  <a:lnTo>
                    <a:pt x="1303337" y="22593"/>
                  </a:lnTo>
                  <a:lnTo>
                    <a:pt x="1240549" y="15907"/>
                  </a:lnTo>
                  <a:lnTo>
                    <a:pt x="1175212" y="10319"/>
                  </a:lnTo>
                  <a:lnTo>
                    <a:pt x="1107555" y="5882"/>
                  </a:lnTo>
                  <a:lnTo>
                    <a:pt x="1037808" y="2649"/>
                  </a:lnTo>
                  <a:lnTo>
                    <a:pt x="966200" y="671"/>
                  </a:lnTo>
                  <a:lnTo>
                    <a:pt x="892962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object 22"/>
            <p:cNvSpPr/>
            <p:nvPr/>
          </p:nvSpPr>
          <p:spPr>
            <a:xfrm>
              <a:off x="3357720" y="4284720"/>
              <a:ext cx="1785960" cy="1214280"/>
            </a:xfrm>
            <a:custGeom>
              <a:avLst/>
              <a:gdLst/>
              <a:ahLst/>
              <a:rect l="l" t="t" r="r" b="b"/>
              <a:pathLst>
                <a:path w="1786254" h="1214754">
                  <a:moveTo>
                    <a:pt x="1785938" y="202405"/>
                  </a:moveTo>
                  <a:lnTo>
                    <a:pt x="1759986" y="251046"/>
                  </a:lnTo>
                  <a:lnTo>
                    <a:pt x="1715764" y="281191"/>
                  </a:lnTo>
                  <a:lnTo>
                    <a:pt x="1652150" y="309024"/>
                  </a:lnTo>
                  <a:lnTo>
                    <a:pt x="1613646" y="321944"/>
                  </a:lnTo>
                  <a:lnTo>
                    <a:pt x="1570983" y="334129"/>
                  </a:lnTo>
                  <a:lnTo>
                    <a:pt x="1524392" y="345528"/>
                  </a:lnTo>
                  <a:lnTo>
                    <a:pt x="1474102" y="356089"/>
                  </a:lnTo>
                  <a:lnTo>
                    <a:pt x="1420343" y="365759"/>
                  </a:lnTo>
                  <a:lnTo>
                    <a:pt x="1363345" y="374487"/>
                  </a:lnTo>
                  <a:lnTo>
                    <a:pt x="1303337" y="382220"/>
                  </a:lnTo>
                  <a:lnTo>
                    <a:pt x="1240550" y="388906"/>
                  </a:lnTo>
                  <a:lnTo>
                    <a:pt x="1175214" y="394493"/>
                  </a:lnTo>
                  <a:lnTo>
                    <a:pt x="1107557" y="398930"/>
                  </a:lnTo>
                  <a:lnTo>
                    <a:pt x="1037811" y="402163"/>
                  </a:lnTo>
                  <a:lnTo>
                    <a:pt x="966204" y="404141"/>
                  </a:lnTo>
                  <a:lnTo>
                    <a:pt x="892967" y="404812"/>
                  </a:lnTo>
                  <a:lnTo>
                    <a:pt x="819730" y="404141"/>
                  </a:lnTo>
                  <a:lnTo>
                    <a:pt x="748123" y="402163"/>
                  </a:lnTo>
                  <a:lnTo>
                    <a:pt x="678376" y="398930"/>
                  </a:lnTo>
                  <a:lnTo>
                    <a:pt x="610720" y="394493"/>
                  </a:lnTo>
                  <a:lnTo>
                    <a:pt x="545383" y="388906"/>
                  </a:lnTo>
                  <a:lnTo>
                    <a:pt x="482597" y="382220"/>
                  </a:lnTo>
                  <a:lnTo>
                    <a:pt x="422590" y="374487"/>
                  </a:lnTo>
                  <a:lnTo>
                    <a:pt x="365592" y="365759"/>
                  </a:lnTo>
                  <a:lnTo>
                    <a:pt x="311833" y="356089"/>
                  </a:lnTo>
                  <a:lnTo>
                    <a:pt x="261543" y="345528"/>
                  </a:lnTo>
                  <a:lnTo>
                    <a:pt x="214953" y="334129"/>
                  </a:lnTo>
                  <a:lnTo>
                    <a:pt x="172290" y="321944"/>
                  </a:lnTo>
                  <a:lnTo>
                    <a:pt x="133786" y="309024"/>
                  </a:lnTo>
                  <a:lnTo>
                    <a:pt x="70173" y="281191"/>
                  </a:lnTo>
                  <a:lnTo>
                    <a:pt x="25951" y="251046"/>
                  </a:lnTo>
                  <a:lnTo>
                    <a:pt x="2960" y="219006"/>
                  </a:lnTo>
                  <a:lnTo>
                    <a:pt x="0" y="202405"/>
                  </a:lnTo>
                  <a:moveTo>
                    <a:pt x="0" y="202405"/>
                  </a:moveTo>
                  <a:lnTo>
                    <a:pt x="25951" y="153765"/>
                  </a:lnTo>
                  <a:lnTo>
                    <a:pt x="70173" y="123620"/>
                  </a:lnTo>
                  <a:lnTo>
                    <a:pt x="133786" y="95787"/>
                  </a:lnTo>
                  <a:lnTo>
                    <a:pt x="172290" y="82867"/>
                  </a:lnTo>
                  <a:lnTo>
                    <a:pt x="214953" y="70682"/>
                  </a:lnTo>
                  <a:lnTo>
                    <a:pt x="261543" y="59283"/>
                  </a:lnTo>
                  <a:lnTo>
                    <a:pt x="311833" y="48722"/>
                  </a:lnTo>
                  <a:lnTo>
                    <a:pt x="365592" y="39052"/>
                  </a:lnTo>
                  <a:lnTo>
                    <a:pt x="422590" y="30325"/>
                  </a:lnTo>
                  <a:lnTo>
                    <a:pt x="482597" y="22592"/>
                  </a:lnTo>
                  <a:lnTo>
                    <a:pt x="545383" y="15906"/>
                  </a:lnTo>
                  <a:lnTo>
                    <a:pt x="610720" y="10318"/>
                  </a:lnTo>
                  <a:lnTo>
                    <a:pt x="678376" y="5882"/>
                  </a:lnTo>
                  <a:lnTo>
                    <a:pt x="748123" y="2649"/>
                  </a:lnTo>
                  <a:lnTo>
                    <a:pt x="819730" y="670"/>
                  </a:lnTo>
                  <a:lnTo>
                    <a:pt x="892967" y="0"/>
                  </a:lnTo>
                  <a:lnTo>
                    <a:pt x="966204" y="670"/>
                  </a:lnTo>
                  <a:lnTo>
                    <a:pt x="1037811" y="2649"/>
                  </a:lnTo>
                  <a:lnTo>
                    <a:pt x="1107557" y="5882"/>
                  </a:lnTo>
                  <a:lnTo>
                    <a:pt x="1175214" y="10318"/>
                  </a:lnTo>
                  <a:lnTo>
                    <a:pt x="1240550" y="15906"/>
                  </a:lnTo>
                  <a:lnTo>
                    <a:pt x="1303337" y="22592"/>
                  </a:lnTo>
                  <a:lnTo>
                    <a:pt x="1363345" y="30325"/>
                  </a:lnTo>
                  <a:lnTo>
                    <a:pt x="1420343" y="39052"/>
                  </a:lnTo>
                  <a:lnTo>
                    <a:pt x="1474102" y="48722"/>
                  </a:lnTo>
                  <a:lnTo>
                    <a:pt x="1524392" y="59283"/>
                  </a:lnTo>
                  <a:lnTo>
                    <a:pt x="1570983" y="70682"/>
                  </a:lnTo>
                  <a:lnTo>
                    <a:pt x="1613646" y="82867"/>
                  </a:lnTo>
                  <a:lnTo>
                    <a:pt x="1652150" y="95787"/>
                  </a:lnTo>
                  <a:lnTo>
                    <a:pt x="1715764" y="123620"/>
                  </a:lnTo>
                  <a:lnTo>
                    <a:pt x="1759986" y="153765"/>
                  </a:lnTo>
                  <a:lnTo>
                    <a:pt x="1782978" y="185805"/>
                  </a:lnTo>
                  <a:lnTo>
                    <a:pt x="1785938" y="202405"/>
                  </a:lnTo>
                  <a:lnTo>
                    <a:pt x="1785938" y="1012029"/>
                  </a:lnTo>
                  <a:lnTo>
                    <a:pt x="1759986" y="1060671"/>
                  </a:lnTo>
                  <a:lnTo>
                    <a:pt x="1715764" y="1090817"/>
                  </a:lnTo>
                  <a:lnTo>
                    <a:pt x="1652150" y="1118650"/>
                  </a:lnTo>
                  <a:lnTo>
                    <a:pt x="1613646" y="1131570"/>
                  </a:lnTo>
                  <a:lnTo>
                    <a:pt x="1570983" y="1143756"/>
                  </a:lnTo>
                  <a:lnTo>
                    <a:pt x="1524392" y="1155155"/>
                  </a:lnTo>
                  <a:lnTo>
                    <a:pt x="1474102" y="1165716"/>
                  </a:lnTo>
                  <a:lnTo>
                    <a:pt x="1420343" y="1175386"/>
                  </a:lnTo>
                  <a:lnTo>
                    <a:pt x="1363345" y="1184113"/>
                  </a:lnTo>
                  <a:lnTo>
                    <a:pt x="1303337" y="1191846"/>
                  </a:lnTo>
                  <a:lnTo>
                    <a:pt x="1240550" y="1198532"/>
                  </a:lnTo>
                  <a:lnTo>
                    <a:pt x="1175214" y="1204120"/>
                  </a:lnTo>
                  <a:lnTo>
                    <a:pt x="1107557" y="1208556"/>
                  </a:lnTo>
                  <a:lnTo>
                    <a:pt x="1037811" y="1211789"/>
                  </a:lnTo>
                  <a:lnTo>
                    <a:pt x="966204" y="1213768"/>
                  </a:lnTo>
                  <a:lnTo>
                    <a:pt x="892967" y="1214439"/>
                  </a:lnTo>
                  <a:lnTo>
                    <a:pt x="819730" y="1213768"/>
                  </a:lnTo>
                  <a:lnTo>
                    <a:pt x="748123" y="1211789"/>
                  </a:lnTo>
                  <a:lnTo>
                    <a:pt x="678376" y="1208556"/>
                  </a:lnTo>
                  <a:lnTo>
                    <a:pt x="610720" y="1204120"/>
                  </a:lnTo>
                  <a:lnTo>
                    <a:pt x="545383" y="1198532"/>
                  </a:lnTo>
                  <a:lnTo>
                    <a:pt x="482597" y="1191846"/>
                  </a:lnTo>
                  <a:lnTo>
                    <a:pt x="422590" y="1184113"/>
                  </a:lnTo>
                  <a:lnTo>
                    <a:pt x="365592" y="1175386"/>
                  </a:lnTo>
                  <a:lnTo>
                    <a:pt x="311833" y="1165716"/>
                  </a:lnTo>
                  <a:lnTo>
                    <a:pt x="261543" y="1155155"/>
                  </a:lnTo>
                  <a:lnTo>
                    <a:pt x="214953" y="1143756"/>
                  </a:lnTo>
                  <a:lnTo>
                    <a:pt x="172290" y="1131570"/>
                  </a:lnTo>
                  <a:lnTo>
                    <a:pt x="133786" y="1118650"/>
                  </a:lnTo>
                  <a:lnTo>
                    <a:pt x="70173" y="1090817"/>
                  </a:lnTo>
                  <a:lnTo>
                    <a:pt x="25951" y="1060671"/>
                  </a:lnTo>
                  <a:lnTo>
                    <a:pt x="2960" y="1028630"/>
                  </a:lnTo>
                  <a:lnTo>
                    <a:pt x="0" y="1012029"/>
                  </a:lnTo>
                  <a:lnTo>
                    <a:pt x="0" y="202405"/>
                  </a:lnTo>
                  <a:close/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7" name="object 23"/>
          <p:cNvSpPr/>
          <p:nvPr/>
        </p:nvSpPr>
        <p:spPr>
          <a:xfrm>
            <a:off x="3705120" y="4843080"/>
            <a:ext cx="10954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600" spc="-7" strike="noStrike">
                <a:solidFill>
                  <a:srgbClr val="ffffff"/>
                </a:solidFill>
                <a:latin typeface="Calibri"/>
                <a:ea typeface="MS PGothic"/>
              </a:rPr>
              <a:t>Repositório</a:t>
            </a:r>
            <a:endParaRPr b="0" lang="pt-BR" sz="1600" spc="-1" strike="noStrike">
              <a:latin typeface="Arial"/>
            </a:endParaRPr>
          </a:p>
        </p:txBody>
      </p:sp>
      <p:grpSp>
        <p:nvGrpSpPr>
          <p:cNvPr id="108" name="object 24"/>
          <p:cNvGrpSpPr/>
          <p:nvPr/>
        </p:nvGrpSpPr>
        <p:grpSpPr>
          <a:xfrm>
            <a:off x="5286240" y="1784520"/>
            <a:ext cx="1500120" cy="3680640"/>
            <a:chOff x="5286240" y="1784520"/>
            <a:chExt cx="1500120" cy="3680640"/>
          </a:xfrm>
        </p:grpSpPr>
        <p:sp>
          <p:nvSpPr>
            <p:cNvPr id="109" name="object 25"/>
            <p:cNvSpPr/>
            <p:nvPr/>
          </p:nvSpPr>
          <p:spPr>
            <a:xfrm>
              <a:off x="5286240" y="3503520"/>
              <a:ext cx="1071360" cy="1318680"/>
            </a:xfrm>
            <a:custGeom>
              <a:avLst/>
              <a:gdLst/>
              <a:ahLst/>
              <a:rect l="l" t="t" r="r" b="b"/>
              <a:pathLst>
                <a:path w="1071879" h="1318895">
                  <a:moveTo>
                    <a:pt x="1063358" y="0"/>
                  </a:moveTo>
                  <a:lnTo>
                    <a:pt x="1056260" y="48761"/>
                  </a:lnTo>
                  <a:lnTo>
                    <a:pt x="1047059" y="96823"/>
                  </a:lnTo>
                  <a:lnTo>
                    <a:pt x="1035800" y="144134"/>
                  </a:lnTo>
                  <a:lnTo>
                    <a:pt x="1022530" y="190641"/>
                  </a:lnTo>
                  <a:lnTo>
                    <a:pt x="1007295" y="236291"/>
                  </a:lnTo>
                  <a:lnTo>
                    <a:pt x="990140" y="281031"/>
                  </a:lnTo>
                  <a:lnTo>
                    <a:pt x="971112" y="324807"/>
                  </a:lnTo>
                  <a:lnTo>
                    <a:pt x="950257" y="367568"/>
                  </a:lnTo>
                  <a:lnTo>
                    <a:pt x="927620" y="409259"/>
                  </a:lnTo>
                  <a:lnTo>
                    <a:pt x="903247" y="449829"/>
                  </a:lnTo>
                  <a:lnTo>
                    <a:pt x="877185" y="489224"/>
                  </a:lnTo>
                  <a:lnTo>
                    <a:pt x="849479" y="527391"/>
                  </a:lnTo>
                  <a:lnTo>
                    <a:pt x="820175" y="564277"/>
                  </a:lnTo>
                  <a:lnTo>
                    <a:pt x="789319" y="599829"/>
                  </a:lnTo>
                  <a:lnTo>
                    <a:pt x="756958" y="633995"/>
                  </a:lnTo>
                  <a:lnTo>
                    <a:pt x="723137" y="666721"/>
                  </a:lnTo>
                  <a:lnTo>
                    <a:pt x="687901" y="697955"/>
                  </a:lnTo>
                  <a:lnTo>
                    <a:pt x="651298" y="727644"/>
                  </a:lnTo>
                  <a:lnTo>
                    <a:pt x="613373" y="755734"/>
                  </a:lnTo>
                  <a:lnTo>
                    <a:pt x="574172" y="782172"/>
                  </a:lnTo>
                  <a:lnTo>
                    <a:pt x="533741" y="806907"/>
                  </a:lnTo>
                  <a:lnTo>
                    <a:pt x="492125" y="829884"/>
                  </a:lnTo>
                  <a:lnTo>
                    <a:pt x="449371" y="851051"/>
                  </a:lnTo>
                  <a:lnTo>
                    <a:pt x="405525" y="870355"/>
                  </a:lnTo>
                  <a:lnTo>
                    <a:pt x="360633" y="887743"/>
                  </a:lnTo>
                  <a:lnTo>
                    <a:pt x="314740" y="903162"/>
                  </a:lnTo>
                  <a:lnTo>
                    <a:pt x="267893" y="916559"/>
                  </a:lnTo>
                  <a:lnTo>
                    <a:pt x="267893" y="782612"/>
                  </a:lnTo>
                  <a:lnTo>
                    <a:pt x="0" y="1084948"/>
                  </a:lnTo>
                  <a:lnTo>
                    <a:pt x="267893" y="1318387"/>
                  </a:lnTo>
                  <a:lnTo>
                    <a:pt x="267893" y="1184440"/>
                  </a:lnTo>
                  <a:lnTo>
                    <a:pt x="314793" y="1171035"/>
                  </a:lnTo>
                  <a:lnTo>
                    <a:pt x="360658" y="1155644"/>
                  </a:lnTo>
                  <a:lnTo>
                    <a:pt x="405451" y="1138323"/>
                  </a:lnTo>
                  <a:lnTo>
                    <a:pt x="449133" y="1119129"/>
                  </a:lnTo>
                  <a:lnTo>
                    <a:pt x="491668" y="1098116"/>
                  </a:lnTo>
                  <a:lnTo>
                    <a:pt x="533017" y="1075343"/>
                  </a:lnTo>
                  <a:lnTo>
                    <a:pt x="573143" y="1050864"/>
                  </a:lnTo>
                  <a:lnTo>
                    <a:pt x="612008" y="1024737"/>
                  </a:lnTo>
                  <a:lnTo>
                    <a:pt x="649573" y="997016"/>
                  </a:lnTo>
                  <a:lnTo>
                    <a:pt x="685802" y="967759"/>
                  </a:lnTo>
                  <a:lnTo>
                    <a:pt x="720657" y="937021"/>
                  </a:lnTo>
                  <a:lnTo>
                    <a:pt x="754100" y="904860"/>
                  </a:lnTo>
                  <a:lnTo>
                    <a:pt x="786093" y="871330"/>
                  </a:lnTo>
                  <a:lnTo>
                    <a:pt x="816598" y="836489"/>
                  </a:lnTo>
                  <a:lnTo>
                    <a:pt x="845578" y="800392"/>
                  </a:lnTo>
                  <a:lnTo>
                    <a:pt x="872995" y="763095"/>
                  </a:lnTo>
                  <a:lnTo>
                    <a:pt x="898811" y="724655"/>
                  </a:lnTo>
                  <a:lnTo>
                    <a:pt x="922989" y="685129"/>
                  </a:lnTo>
                  <a:lnTo>
                    <a:pt x="945490" y="644571"/>
                  </a:lnTo>
                  <a:lnTo>
                    <a:pt x="966277" y="603039"/>
                  </a:lnTo>
                  <a:lnTo>
                    <a:pt x="985312" y="560588"/>
                  </a:lnTo>
                  <a:lnTo>
                    <a:pt x="1002558" y="517276"/>
                  </a:lnTo>
                  <a:lnTo>
                    <a:pt x="1017977" y="473157"/>
                  </a:lnTo>
                  <a:lnTo>
                    <a:pt x="1031530" y="428288"/>
                  </a:lnTo>
                  <a:lnTo>
                    <a:pt x="1043181" y="382726"/>
                  </a:lnTo>
                  <a:lnTo>
                    <a:pt x="1052891" y="336526"/>
                  </a:lnTo>
                  <a:lnTo>
                    <a:pt x="1060623" y="289745"/>
                  </a:lnTo>
                  <a:lnTo>
                    <a:pt x="1066339" y="242439"/>
                  </a:lnTo>
                  <a:lnTo>
                    <a:pt x="1070001" y="194664"/>
                  </a:lnTo>
                  <a:lnTo>
                    <a:pt x="1071572" y="146476"/>
                  </a:lnTo>
                  <a:lnTo>
                    <a:pt x="1071014" y="97932"/>
                  </a:lnTo>
                  <a:lnTo>
                    <a:pt x="1068288" y="49088"/>
                  </a:lnTo>
                  <a:lnTo>
                    <a:pt x="1063358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" name="object 26"/>
            <p:cNvSpPr/>
            <p:nvPr/>
          </p:nvSpPr>
          <p:spPr>
            <a:xfrm>
              <a:off x="5286240" y="2284560"/>
              <a:ext cx="1071360" cy="1352880"/>
            </a:xfrm>
            <a:custGeom>
              <a:avLst/>
              <a:gdLst/>
              <a:ahLst/>
              <a:rect l="l" t="t" r="r" b="b"/>
              <a:pathLst>
                <a:path w="1071879" h="1353185">
                  <a:moveTo>
                    <a:pt x="0" y="0"/>
                  </a:moveTo>
                  <a:lnTo>
                    <a:pt x="0" y="267893"/>
                  </a:lnTo>
                  <a:lnTo>
                    <a:pt x="47731" y="268950"/>
                  </a:lnTo>
                  <a:lnTo>
                    <a:pt x="94928" y="272092"/>
                  </a:lnTo>
                  <a:lnTo>
                    <a:pt x="141547" y="277275"/>
                  </a:lnTo>
                  <a:lnTo>
                    <a:pt x="187544" y="284454"/>
                  </a:lnTo>
                  <a:lnTo>
                    <a:pt x="232875" y="293586"/>
                  </a:lnTo>
                  <a:lnTo>
                    <a:pt x="277498" y="304626"/>
                  </a:lnTo>
                  <a:lnTo>
                    <a:pt x="321368" y="317531"/>
                  </a:lnTo>
                  <a:lnTo>
                    <a:pt x="364443" y="332256"/>
                  </a:lnTo>
                  <a:lnTo>
                    <a:pt x="406677" y="348757"/>
                  </a:lnTo>
                  <a:lnTo>
                    <a:pt x="448029" y="366990"/>
                  </a:lnTo>
                  <a:lnTo>
                    <a:pt x="488454" y="386911"/>
                  </a:lnTo>
                  <a:lnTo>
                    <a:pt x="527909" y="408475"/>
                  </a:lnTo>
                  <a:lnTo>
                    <a:pt x="566350" y="431640"/>
                  </a:lnTo>
                  <a:lnTo>
                    <a:pt x="603734" y="456360"/>
                  </a:lnTo>
                  <a:lnTo>
                    <a:pt x="640017" y="482592"/>
                  </a:lnTo>
                  <a:lnTo>
                    <a:pt x="675155" y="510291"/>
                  </a:lnTo>
                  <a:lnTo>
                    <a:pt x="709106" y="539413"/>
                  </a:lnTo>
                  <a:lnTo>
                    <a:pt x="741824" y="569915"/>
                  </a:lnTo>
                  <a:lnTo>
                    <a:pt x="773268" y="601752"/>
                  </a:lnTo>
                  <a:lnTo>
                    <a:pt x="803393" y="634880"/>
                  </a:lnTo>
                  <a:lnTo>
                    <a:pt x="832156" y="669255"/>
                  </a:lnTo>
                  <a:lnTo>
                    <a:pt x="859514" y="704833"/>
                  </a:lnTo>
                  <a:lnTo>
                    <a:pt x="885421" y="741569"/>
                  </a:lnTo>
                  <a:lnTo>
                    <a:pt x="909836" y="779420"/>
                  </a:lnTo>
                  <a:lnTo>
                    <a:pt x="932715" y="818342"/>
                  </a:lnTo>
                  <a:lnTo>
                    <a:pt x="954014" y="858290"/>
                  </a:lnTo>
                  <a:lnTo>
                    <a:pt x="973689" y="899221"/>
                  </a:lnTo>
                  <a:lnTo>
                    <a:pt x="991697" y="941090"/>
                  </a:lnTo>
                  <a:lnTo>
                    <a:pt x="1007994" y="983853"/>
                  </a:lnTo>
                  <a:lnTo>
                    <a:pt x="1022537" y="1027466"/>
                  </a:lnTo>
                  <a:lnTo>
                    <a:pt x="1035282" y="1071885"/>
                  </a:lnTo>
                  <a:lnTo>
                    <a:pt x="1046186" y="1117065"/>
                  </a:lnTo>
                  <a:lnTo>
                    <a:pt x="1055205" y="1162964"/>
                  </a:lnTo>
                  <a:lnTo>
                    <a:pt x="1062296" y="1209536"/>
                  </a:lnTo>
                  <a:lnTo>
                    <a:pt x="1067415" y="1256738"/>
                  </a:lnTo>
                  <a:lnTo>
                    <a:pt x="1070518" y="1304526"/>
                  </a:lnTo>
                  <a:lnTo>
                    <a:pt x="1071562" y="1352854"/>
                  </a:lnTo>
                  <a:lnTo>
                    <a:pt x="1071562" y="1084961"/>
                  </a:lnTo>
                  <a:lnTo>
                    <a:pt x="1070518" y="1036632"/>
                  </a:lnTo>
                  <a:lnTo>
                    <a:pt x="1067415" y="988844"/>
                  </a:lnTo>
                  <a:lnTo>
                    <a:pt x="1062296" y="941643"/>
                  </a:lnTo>
                  <a:lnTo>
                    <a:pt x="1055205" y="895070"/>
                  </a:lnTo>
                  <a:lnTo>
                    <a:pt x="1046186" y="849172"/>
                  </a:lnTo>
                  <a:lnTo>
                    <a:pt x="1035282" y="803991"/>
                  </a:lnTo>
                  <a:lnTo>
                    <a:pt x="1022537" y="759572"/>
                  </a:lnTo>
                  <a:lnTo>
                    <a:pt x="1007994" y="715959"/>
                  </a:lnTo>
                  <a:lnTo>
                    <a:pt x="991697" y="673196"/>
                  </a:lnTo>
                  <a:lnTo>
                    <a:pt x="973689" y="631327"/>
                  </a:lnTo>
                  <a:lnTo>
                    <a:pt x="954014" y="590396"/>
                  </a:lnTo>
                  <a:lnTo>
                    <a:pt x="932715" y="550448"/>
                  </a:lnTo>
                  <a:lnTo>
                    <a:pt x="909836" y="511527"/>
                  </a:lnTo>
                  <a:lnTo>
                    <a:pt x="885421" y="473675"/>
                  </a:lnTo>
                  <a:lnTo>
                    <a:pt x="859514" y="436939"/>
                  </a:lnTo>
                  <a:lnTo>
                    <a:pt x="832156" y="401361"/>
                  </a:lnTo>
                  <a:lnTo>
                    <a:pt x="803393" y="366986"/>
                  </a:lnTo>
                  <a:lnTo>
                    <a:pt x="773268" y="333858"/>
                  </a:lnTo>
                  <a:lnTo>
                    <a:pt x="741824" y="302021"/>
                  </a:lnTo>
                  <a:lnTo>
                    <a:pt x="709106" y="271520"/>
                  </a:lnTo>
                  <a:lnTo>
                    <a:pt x="675155" y="242397"/>
                  </a:lnTo>
                  <a:lnTo>
                    <a:pt x="640017" y="214698"/>
                  </a:lnTo>
                  <a:lnTo>
                    <a:pt x="603734" y="188466"/>
                  </a:lnTo>
                  <a:lnTo>
                    <a:pt x="566350" y="163746"/>
                  </a:lnTo>
                  <a:lnTo>
                    <a:pt x="527909" y="140582"/>
                  </a:lnTo>
                  <a:lnTo>
                    <a:pt x="488454" y="119017"/>
                  </a:lnTo>
                  <a:lnTo>
                    <a:pt x="448029" y="99096"/>
                  </a:lnTo>
                  <a:lnTo>
                    <a:pt x="406677" y="80863"/>
                  </a:lnTo>
                  <a:lnTo>
                    <a:pt x="364443" y="64362"/>
                  </a:lnTo>
                  <a:lnTo>
                    <a:pt x="321368" y="49637"/>
                  </a:lnTo>
                  <a:lnTo>
                    <a:pt x="277498" y="36733"/>
                  </a:lnTo>
                  <a:lnTo>
                    <a:pt x="232875" y="25692"/>
                  </a:lnTo>
                  <a:lnTo>
                    <a:pt x="187544" y="16561"/>
                  </a:lnTo>
                  <a:lnTo>
                    <a:pt x="141547" y="9381"/>
                  </a:lnTo>
                  <a:lnTo>
                    <a:pt x="94928" y="4199"/>
                  </a:lnTo>
                  <a:lnTo>
                    <a:pt x="47731" y="1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07ca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object 27"/>
            <p:cNvSpPr/>
            <p:nvPr/>
          </p:nvSpPr>
          <p:spPr>
            <a:xfrm>
              <a:off x="5286240" y="2284560"/>
              <a:ext cx="1071360" cy="2537280"/>
            </a:xfrm>
            <a:custGeom>
              <a:avLst/>
              <a:gdLst/>
              <a:ahLst/>
              <a:rect l="l" t="t" r="r" b="b"/>
              <a:pathLst>
                <a:path w="1071879" h="2537460">
                  <a:moveTo>
                    <a:pt x="1071559" y="1352849"/>
                  </a:moveTo>
                  <a:lnTo>
                    <a:pt x="1070515" y="1304520"/>
                  </a:lnTo>
                  <a:lnTo>
                    <a:pt x="1067411" y="1256733"/>
                  </a:lnTo>
                  <a:lnTo>
                    <a:pt x="1062293" y="1209532"/>
                  </a:lnTo>
                  <a:lnTo>
                    <a:pt x="1055202" y="1162960"/>
                  </a:lnTo>
                  <a:lnTo>
                    <a:pt x="1046183" y="1117061"/>
                  </a:lnTo>
                  <a:lnTo>
                    <a:pt x="1035279" y="1071881"/>
                  </a:lnTo>
                  <a:lnTo>
                    <a:pt x="1022534" y="1027462"/>
                  </a:lnTo>
                  <a:lnTo>
                    <a:pt x="1007991" y="983849"/>
                  </a:lnTo>
                  <a:lnTo>
                    <a:pt x="991694" y="941086"/>
                  </a:lnTo>
                  <a:lnTo>
                    <a:pt x="973686" y="899218"/>
                  </a:lnTo>
                  <a:lnTo>
                    <a:pt x="954011" y="858287"/>
                  </a:lnTo>
                  <a:lnTo>
                    <a:pt x="932713" y="818339"/>
                  </a:lnTo>
                  <a:lnTo>
                    <a:pt x="909834" y="779418"/>
                  </a:lnTo>
                  <a:lnTo>
                    <a:pt x="885419" y="741566"/>
                  </a:lnTo>
                  <a:lnTo>
                    <a:pt x="859512" y="704830"/>
                  </a:lnTo>
                  <a:lnTo>
                    <a:pt x="832154" y="669252"/>
                  </a:lnTo>
                  <a:lnTo>
                    <a:pt x="803392" y="634877"/>
                  </a:lnTo>
                  <a:lnTo>
                    <a:pt x="773267" y="601750"/>
                  </a:lnTo>
                  <a:lnTo>
                    <a:pt x="741823" y="569913"/>
                  </a:lnTo>
                  <a:lnTo>
                    <a:pt x="709104" y="539411"/>
                  </a:lnTo>
                  <a:lnTo>
                    <a:pt x="675154" y="510288"/>
                  </a:lnTo>
                  <a:lnTo>
                    <a:pt x="640016" y="482589"/>
                  </a:lnTo>
                  <a:lnTo>
                    <a:pt x="603733" y="456358"/>
                  </a:lnTo>
                  <a:lnTo>
                    <a:pt x="566349" y="431637"/>
                  </a:lnTo>
                  <a:lnTo>
                    <a:pt x="527908" y="408473"/>
                  </a:lnTo>
                  <a:lnTo>
                    <a:pt x="488454" y="386908"/>
                  </a:lnTo>
                  <a:lnTo>
                    <a:pt x="448029" y="366987"/>
                  </a:lnTo>
                  <a:lnTo>
                    <a:pt x="406677" y="348754"/>
                  </a:lnTo>
                  <a:lnTo>
                    <a:pt x="364442" y="332253"/>
                  </a:lnTo>
                  <a:lnTo>
                    <a:pt x="321368" y="317528"/>
                  </a:lnTo>
                  <a:lnTo>
                    <a:pt x="277498" y="304624"/>
                  </a:lnTo>
                  <a:lnTo>
                    <a:pt x="232875" y="293583"/>
                  </a:lnTo>
                  <a:lnTo>
                    <a:pt x="187544" y="284451"/>
                  </a:lnTo>
                  <a:lnTo>
                    <a:pt x="141547" y="277272"/>
                  </a:lnTo>
                  <a:lnTo>
                    <a:pt x="94928" y="272089"/>
                  </a:lnTo>
                  <a:lnTo>
                    <a:pt x="47731" y="268947"/>
                  </a:lnTo>
                  <a:lnTo>
                    <a:pt x="0" y="267890"/>
                  </a:lnTo>
                  <a:lnTo>
                    <a:pt x="0" y="0"/>
                  </a:lnTo>
                  <a:lnTo>
                    <a:pt x="47731" y="1057"/>
                  </a:lnTo>
                  <a:lnTo>
                    <a:pt x="94928" y="4199"/>
                  </a:lnTo>
                  <a:lnTo>
                    <a:pt x="141547" y="9381"/>
                  </a:lnTo>
                  <a:lnTo>
                    <a:pt x="187544" y="16561"/>
                  </a:lnTo>
                  <a:lnTo>
                    <a:pt x="232875" y="25692"/>
                  </a:lnTo>
                  <a:lnTo>
                    <a:pt x="277498" y="36733"/>
                  </a:lnTo>
                  <a:lnTo>
                    <a:pt x="321368" y="49637"/>
                  </a:lnTo>
                  <a:lnTo>
                    <a:pt x="364442" y="64362"/>
                  </a:lnTo>
                  <a:lnTo>
                    <a:pt x="406677" y="80863"/>
                  </a:lnTo>
                  <a:lnTo>
                    <a:pt x="448029" y="99096"/>
                  </a:lnTo>
                  <a:lnTo>
                    <a:pt x="488454" y="119017"/>
                  </a:lnTo>
                  <a:lnTo>
                    <a:pt x="527908" y="140582"/>
                  </a:lnTo>
                  <a:lnTo>
                    <a:pt x="566349" y="163747"/>
                  </a:lnTo>
                  <a:lnTo>
                    <a:pt x="603733" y="188467"/>
                  </a:lnTo>
                  <a:lnTo>
                    <a:pt x="640016" y="214699"/>
                  </a:lnTo>
                  <a:lnTo>
                    <a:pt x="675154" y="242398"/>
                  </a:lnTo>
                  <a:lnTo>
                    <a:pt x="709104" y="271520"/>
                  </a:lnTo>
                  <a:lnTo>
                    <a:pt x="741823" y="302022"/>
                  </a:lnTo>
                  <a:lnTo>
                    <a:pt x="773267" y="333859"/>
                  </a:lnTo>
                  <a:lnTo>
                    <a:pt x="803392" y="366987"/>
                  </a:lnTo>
                  <a:lnTo>
                    <a:pt x="832154" y="401362"/>
                  </a:lnTo>
                  <a:lnTo>
                    <a:pt x="859512" y="436939"/>
                  </a:lnTo>
                  <a:lnTo>
                    <a:pt x="885419" y="473676"/>
                  </a:lnTo>
                  <a:lnTo>
                    <a:pt x="909834" y="511527"/>
                  </a:lnTo>
                  <a:lnTo>
                    <a:pt x="932713" y="550449"/>
                  </a:lnTo>
                  <a:lnTo>
                    <a:pt x="954011" y="590397"/>
                  </a:lnTo>
                  <a:lnTo>
                    <a:pt x="973686" y="631327"/>
                  </a:lnTo>
                  <a:lnTo>
                    <a:pt x="991694" y="673196"/>
                  </a:lnTo>
                  <a:lnTo>
                    <a:pt x="1007991" y="715959"/>
                  </a:lnTo>
                  <a:lnTo>
                    <a:pt x="1022534" y="759572"/>
                  </a:lnTo>
                  <a:lnTo>
                    <a:pt x="1035279" y="803990"/>
                  </a:lnTo>
                  <a:lnTo>
                    <a:pt x="1046183" y="849171"/>
                  </a:lnTo>
                  <a:lnTo>
                    <a:pt x="1055202" y="895070"/>
                  </a:lnTo>
                  <a:lnTo>
                    <a:pt x="1062293" y="941642"/>
                  </a:lnTo>
                  <a:lnTo>
                    <a:pt x="1067411" y="988843"/>
                  </a:lnTo>
                  <a:lnTo>
                    <a:pt x="1070515" y="1036630"/>
                  </a:lnTo>
                  <a:lnTo>
                    <a:pt x="1071559" y="1084959"/>
                  </a:lnTo>
                  <a:lnTo>
                    <a:pt x="1071559" y="1352849"/>
                  </a:lnTo>
                  <a:lnTo>
                    <a:pt x="1070464" y="1402105"/>
                  </a:lnTo>
                  <a:lnTo>
                    <a:pt x="1067207" y="1450888"/>
                  </a:lnTo>
                  <a:lnTo>
                    <a:pt x="1061830" y="1499145"/>
                  </a:lnTo>
                  <a:lnTo>
                    <a:pt x="1054375" y="1546820"/>
                  </a:lnTo>
                  <a:lnTo>
                    <a:pt x="1044883" y="1593859"/>
                  </a:lnTo>
                  <a:lnTo>
                    <a:pt x="1033396" y="1640207"/>
                  </a:lnTo>
                  <a:lnTo>
                    <a:pt x="1019956" y="1685810"/>
                  </a:lnTo>
                  <a:lnTo>
                    <a:pt x="1004605" y="1730613"/>
                  </a:lnTo>
                  <a:lnTo>
                    <a:pt x="987385" y="1774561"/>
                  </a:lnTo>
                  <a:lnTo>
                    <a:pt x="968337" y="1817600"/>
                  </a:lnTo>
                  <a:lnTo>
                    <a:pt x="947503" y="1859675"/>
                  </a:lnTo>
                  <a:lnTo>
                    <a:pt x="924924" y="1900732"/>
                  </a:lnTo>
                  <a:lnTo>
                    <a:pt x="900644" y="1940716"/>
                  </a:lnTo>
                  <a:lnTo>
                    <a:pt x="874703" y="1979572"/>
                  </a:lnTo>
                  <a:lnTo>
                    <a:pt x="847142" y="2017246"/>
                  </a:lnTo>
                  <a:lnTo>
                    <a:pt x="818005" y="2053682"/>
                  </a:lnTo>
                  <a:lnTo>
                    <a:pt x="787333" y="2088828"/>
                  </a:lnTo>
                  <a:lnTo>
                    <a:pt x="755167" y="2122627"/>
                  </a:lnTo>
                  <a:lnTo>
                    <a:pt x="721549" y="2155026"/>
                  </a:lnTo>
                  <a:lnTo>
                    <a:pt x="686522" y="2185969"/>
                  </a:lnTo>
                  <a:lnTo>
                    <a:pt x="650126" y="2215403"/>
                  </a:lnTo>
                  <a:lnTo>
                    <a:pt x="612404" y="2243272"/>
                  </a:lnTo>
                  <a:lnTo>
                    <a:pt x="573397" y="2269522"/>
                  </a:lnTo>
                  <a:lnTo>
                    <a:pt x="533148" y="2294098"/>
                  </a:lnTo>
                  <a:lnTo>
                    <a:pt x="491697" y="2316946"/>
                  </a:lnTo>
                  <a:lnTo>
                    <a:pt x="449087" y="2338010"/>
                  </a:lnTo>
                  <a:lnTo>
                    <a:pt x="405360" y="2357238"/>
                  </a:lnTo>
                  <a:lnTo>
                    <a:pt x="360557" y="2374573"/>
                  </a:lnTo>
                  <a:lnTo>
                    <a:pt x="314720" y="2389961"/>
                  </a:lnTo>
                  <a:lnTo>
                    <a:pt x="267890" y="2403348"/>
                  </a:lnTo>
                  <a:lnTo>
                    <a:pt x="267890" y="2537298"/>
                  </a:lnTo>
                  <a:lnTo>
                    <a:pt x="0" y="2303858"/>
                  </a:lnTo>
                  <a:lnTo>
                    <a:pt x="267890" y="2001518"/>
                  </a:lnTo>
                  <a:lnTo>
                    <a:pt x="267890" y="2135458"/>
                  </a:lnTo>
                  <a:lnTo>
                    <a:pt x="314738" y="2122062"/>
                  </a:lnTo>
                  <a:lnTo>
                    <a:pt x="360631" y="2106643"/>
                  </a:lnTo>
                  <a:lnTo>
                    <a:pt x="405524" y="2089256"/>
                  </a:lnTo>
                  <a:lnTo>
                    <a:pt x="449370" y="2069952"/>
                  </a:lnTo>
                  <a:lnTo>
                    <a:pt x="492124" y="2048786"/>
                  </a:lnTo>
                  <a:lnTo>
                    <a:pt x="533740" y="2025809"/>
                  </a:lnTo>
                  <a:lnTo>
                    <a:pt x="574171" y="2001075"/>
                  </a:lnTo>
                  <a:lnTo>
                    <a:pt x="613373" y="1974637"/>
                  </a:lnTo>
                  <a:lnTo>
                    <a:pt x="651298" y="1946547"/>
                  </a:lnTo>
                  <a:lnTo>
                    <a:pt x="687901" y="1916859"/>
                  </a:lnTo>
                  <a:lnTo>
                    <a:pt x="723136" y="1885625"/>
                  </a:lnTo>
                  <a:lnTo>
                    <a:pt x="756957" y="1852899"/>
                  </a:lnTo>
                  <a:lnTo>
                    <a:pt x="789319" y="1818733"/>
                  </a:lnTo>
                  <a:lnTo>
                    <a:pt x="820174" y="1783181"/>
                  </a:lnTo>
                  <a:lnTo>
                    <a:pt x="849478" y="1746294"/>
                  </a:lnTo>
                  <a:lnTo>
                    <a:pt x="877184" y="1708127"/>
                  </a:lnTo>
                  <a:lnTo>
                    <a:pt x="903247" y="1668733"/>
                  </a:lnTo>
                  <a:lnTo>
                    <a:pt x="927620" y="1628163"/>
                  </a:lnTo>
                  <a:lnTo>
                    <a:pt x="950257" y="1586471"/>
                  </a:lnTo>
                  <a:lnTo>
                    <a:pt x="971113" y="1543710"/>
                  </a:lnTo>
                  <a:lnTo>
                    <a:pt x="990142" y="1499933"/>
                  </a:lnTo>
                  <a:lnTo>
                    <a:pt x="1007298" y="1455193"/>
                  </a:lnTo>
                  <a:lnTo>
                    <a:pt x="1022534" y="1409543"/>
                  </a:lnTo>
                  <a:lnTo>
                    <a:pt x="1035805" y="1363035"/>
                  </a:lnTo>
                  <a:lnTo>
                    <a:pt x="1047065" y="1315724"/>
                  </a:lnTo>
                  <a:lnTo>
                    <a:pt x="1056269" y="1267660"/>
                  </a:lnTo>
                  <a:lnTo>
                    <a:pt x="1063369" y="1218899"/>
                  </a:lnTo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object 28"/>
            <p:cNvSpPr/>
            <p:nvPr/>
          </p:nvSpPr>
          <p:spPr>
            <a:xfrm>
              <a:off x="5286240" y="3573360"/>
              <a:ext cx="1500120" cy="1891800"/>
            </a:xfrm>
            <a:custGeom>
              <a:avLst/>
              <a:gdLst/>
              <a:ahLst/>
              <a:rect l="l" t="t" r="r" b="b"/>
              <a:pathLst>
                <a:path w="1500504" h="1892300">
                  <a:moveTo>
                    <a:pt x="1495475" y="0"/>
                  </a:moveTo>
                  <a:lnTo>
                    <a:pt x="1491085" y="51136"/>
                  </a:lnTo>
                  <a:lnTo>
                    <a:pt x="1485306" y="101834"/>
                  </a:lnTo>
                  <a:lnTo>
                    <a:pt x="1478159" y="152069"/>
                  </a:lnTo>
                  <a:lnTo>
                    <a:pt x="1469664" y="201814"/>
                  </a:lnTo>
                  <a:lnTo>
                    <a:pt x="1459841" y="251046"/>
                  </a:lnTo>
                  <a:lnTo>
                    <a:pt x="1448710" y="299740"/>
                  </a:lnTo>
                  <a:lnTo>
                    <a:pt x="1436291" y="347869"/>
                  </a:lnTo>
                  <a:lnTo>
                    <a:pt x="1422604" y="395408"/>
                  </a:lnTo>
                  <a:lnTo>
                    <a:pt x="1407670" y="442334"/>
                  </a:lnTo>
                  <a:lnTo>
                    <a:pt x="1391508" y="488620"/>
                  </a:lnTo>
                  <a:lnTo>
                    <a:pt x="1374139" y="534241"/>
                  </a:lnTo>
                  <a:lnTo>
                    <a:pt x="1355582" y="579173"/>
                  </a:lnTo>
                  <a:lnTo>
                    <a:pt x="1335859" y="623390"/>
                  </a:lnTo>
                  <a:lnTo>
                    <a:pt x="1314988" y="666867"/>
                  </a:lnTo>
                  <a:lnTo>
                    <a:pt x="1292990" y="709579"/>
                  </a:lnTo>
                  <a:lnTo>
                    <a:pt x="1269886" y="751500"/>
                  </a:lnTo>
                  <a:lnTo>
                    <a:pt x="1245695" y="792606"/>
                  </a:lnTo>
                  <a:lnTo>
                    <a:pt x="1220437" y="832872"/>
                  </a:lnTo>
                  <a:lnTo>
                    <a:pt x="1194133" y="872271"/>
                  </a:lnTo>
                  <a:lnTo>
                    <a:pt x="1166802" y="910780"/>
                  </a:lnTo>
                  <a:lnTo>
                    <a:pt x="1138465" y="948374"/>
                  </a:lnTo>
                  <a:lnTo>
                    <a:pt x="1109142" y="985026"/>
                  </a:lnTo>
                  <a:lnTo>
                    <a:pt x="1078853" y="1020711"/>
                  </a:lnTo>
                  <a:lnTo>
                    <a:pt x="1047618" y="1055406"/>
                  </a:lnTo>
                  <a:lnTo>
                    <a:pt x="1015457" y="1089084"/>
                  </a:lnTo>
                  <a:lnTo>
                    <a:pt x="982390" y="1121720"/>
                  </a:lnTo>
                  <a:lnTo>
                    <a:pt x="948438" y="1153290"/>
                  </a:lnTo>
                  <a:lnTo>
                    <a:pt x="913620" y="1183768"/>
                  </a:lnTo>
                  <a:lnTo>
                    <a:pt x="877957" y="1213129"/>
                  </a:lnTo>
                  <a:lnTo>
                    <a:pt x="841469" y="1241347"/>
                  </a:lnTo>
                  <a:lnTo>
                    <a:pt x="804175" y="1268399"/>
                  </a:lnTo>
                  <a:lnTo>
                    <a:pt x="766096" y="1294258"/>
                  </a:lnTo>
                  <a:lnTo>
                    <a:pt x="727252" y="1318899"/>
                  </a:lnTo>
                  <a:lnTo>
                    <a:pt x="687664" y="1342298"/>
                  </a:lnTo>
                  <a:lnTo>
                    <a:pt x="647351" y="1364429"/>
                  </a:lnTo>
                  <a:lnTo>
                    <a:pt x="606333" y="1385267"/>
                  </a:lnTo>
                  <a:lnTo>
                    <a:pt x="564630" y="1404788"/>
                  </a:lnTo>
                  <a:lnTo>
                    <a:pt x="522264" y="1422964"/>
                  </a:lnTo>
                  <a:lnTo>
                    <a:pt x="479252" y="1439773"/>
                  </a:lnTo>
                  <a:lnTo>
                    <a:pt x="435617" y="1455188"/>
                  </a:lnTo>
                  <a:lnTo>
                    <a:pt x="391378" y="1469184"/>
                  </a:lnTo>
                  <a:lnTo>
                    <a:pt x="346554" y="1481737"/>
                  </a:lnTo>
                  <a:lnTo>
                    <a:pt x="301167" y="1492821"/>
                  </a:lnTo>
                  <a:lnTo>
                    <a:pt x="301167" y="1356042"/>
                  </a:lnTo>
                  <a:lnTo>
                    <a:pt x="0" y="1657779"/>
                  </a:lnTo>
                  <a:lnTo>
                    <a:pt x="301167" y="1892016"/>
                  </a:lnTo>
                  <a:lnTo>
                    <a:pt x="301167" y="1755244"/>
                  </a:lnTo>
                  <a:lnTo>
                    <a:pt x="346306" y="1744230"/>
                  </a:lnTo>
                  <a:lnTo>
                    <a:pt x="390853" y="1731781"/>
                  </a:lnTo>
                  <a:lnTo>
                    <a:pt x="434791" y="1717921"/>
                  </a:lnTo>
                  <a:lnTo>
                    <a:pt x="478102" y="1702677"/>
                  </a:lnTo>
                  <a:lnTo>
                    <a:pt x="520769" y="1686074"/>
                  </a:lnTo>
                  <a:lnTo>
                    <a:pt x="562775" y="1668138"/>
                  </a:lnTo>
                  <a:lnTo>
                    <a:pt x="604103" y="1648895"/>
                  </a:lnTo>
                  <a:lnTo>
                    <a:pt x="644733" y="1628370"/>
                  </a:lnTo>
                  <a:lnTo>
                    <a:pt x="684650" y="1606588"/>
                  </a:lnTo>
                  <a:lnTo>
                    <a:pt x="723836" y="1583577"/>
                  </a:lnTo>
                  <a:lnTo>
                    <a:pt x="762273" y="1559360"/>
                  </a:lnTo>
                  <a:lnTo>
                    <a:pt x="799944" y="1533964"/>
                  </a:lnTo>
                  <a:lnTo>
                    <a:pt x="836831" y="1507415"/>
                  </a:lnTo>
                  <a:lnTo>
                    <a:pt x="872916" y="1479739"/>
                  </a:lnTo>
                  <a:lnTo>
                    <a:pt x="908184" y="1450960"/>
                  </a:lnTo>
                  <a:lnTo>
                    <a:pt x="942615" y="1421104"/>
                  </a:lnTo>
                  <a:lnTo>
                    <a:pt x="976192" y="1390198"/>
                  </a:lnTo>
                  <a:lnTo>
                    <a:pt x="1008899" y="1358267"/>
                  </a:lnTo>
                  <a:lnTo>
                    <a:pt x="1040717" y="1325336"/>
                  </a:lnTo>
                  <a:lnTo>
                    <a:pt x="1071629" y="1291432"/>
                  </a:lnTo>
                  <a:lnTo>
                    <a:pt x="1101618" y="1256579"/>
                  </a:lnTo>
                  <a:lnTo>
                    <a:pt x="1130666" y="1220804"/>
                  </a:lnTo>
                  <a:lnTo>
                    <a:pt x="1158755" y="1184132"/>
                  </a:lnTo>
                  <a:lnTo>
                    <a:pt x="1185869" y="1146590"/>
                  </a:lnTo>
                  <a:lnTo>
                    <a:pt x="1211989" y="1108201"/>
                  </a:lnTo>
                  <a:lnTo>
                    <a:pt x="1237099" y="1068993"/>
                  </a:lnTo>
                  <a:lnTo>
                    <a:pt x="1261180" y="1028991"/>
                  </a:lnTo>
                  <a:lnTo>
                    <a:pt x="1284216" y="988221"/>
                  </a:lnTo>
                  <a:lnTo>
                    <a:pt x="1306188" y="946708"/>
                  </a:lnTo>
                  <a:lnTo>
                    <a:pt x="1327080" y="904477"/>
                  </a:lnTo>
                  <a:lnTo>
                    <a:pt x="1346874" y="861556"/>
                  </a:lnTo>
                  <a:lnTo>
                    <a:pt x="1365552" y="817968"/>
                  </a:lnTo>
                  <a:lnTo>
                    <a:pt x="1383097" y="773741"/>
                  </a:lnTo>
                  <a:lnTo>
                    <a:pt x="1399492" y="728899"/>
                  </a:lnTo>
                  <a:lnTo>
                    <a:pt x="1414718" y="683469"/>
                  </a:lnTo>
                  <a:lnTo>
                    <a:pt x="1428760" y="637475"/>
                  </a:lnTo>
                  <a:lnTo>
                    <a:pt x="1441598" y="590944"/>
                  </a:lnTo>
                  <a:lnTo>
                    <a:pt x="1453216" y="543901"/>
                  </a:lnTo>
                  <a:lnTo>
                    <a:pt x="1463596" y="496372"/>
                  </a:lnTo>
                  <a:lnTo>
                    <a:pt x="1472721" y="448383"/>
                  </a:lnTo>
                  <a:lnTo>
                    <a:pt x="1480574" y="399959"/>
                  </a:lnTo>
                  <a:lnTo>
                    <a:pt x="1487135" y="351127"/>
                  </a:lnTo>
                  <a:lnTo>
                    <a:pt x="1492390" y="301910"/>
                  </a:lnTo>
                  <a:lnTo>
                    <a:pt x="1496319" y="252336"/>
                  </a:lnTo>
                  <a:lnTo>
                    <a:pt x="1498905" y="202430"/>
                  </a:lnTo>
                  <a:lnTo>
                    <a:pt x="1500132" y="152218"/>
                  </a:lnTo>
                  <a:lnTo>
                    <a:pt x="1499980" y="101725"/>
                  </a:lnTo>
                  <a:lnTo>
                    <a:pt x="1498434" y="50977"/>
                  </a:lnTo>
                  <a:lnTo>
                    <a:pt x="1495475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object 29"/>
            <p:cNvSpPr/>
            <p:nvPr/>
          </p:nvSpPr>
          <p:spPr>
            <a:xfrm>
              <a:off x="5286240" y="1784520"/>
              <a:ext cx="1500120" cy="1919880"/>
            </a:xfrm>
            <a:custGeom>
              <a:avLst/>
              <a:gdLst/>
              <a:ahLst/>
              <a:rect l="l" t="t" r="r" b="b"/>
              <a:pathLst>
                <a:path w="1500504" h="1920239">
                  <a:moveTo>
                    <a:pt x="0" y="0"/>
                  </a:moveTo>
                  <a:lnTo>
                    <a:pt x="0" y="262432"/>
                  </a:lnTo>
                  <a:lnTo>
                    <a:pt x="45865" y="263192"/>
                  </a:lnTo>
                  <a:lnTo>
                    <a:pt x="91387" y="265458"/>
                  </a:lnTo>
                  <a:lnTo>
                    <a:pt x="136548" y="269207"/>
                  </a:lnTo>
                  <a:lnTo>
                    <a:pt x="181327" y="274419"/>
                  </a:lnTo>
                  <a:lnTo>
                    <a:pt x="225704" y="281071"/>
                  </a:lnTo>
                  <a:lnTo>
                    <a:pt x="269661" y="289141"/>
                  </a:lnTo>
                  <a:lnTo>
                    <a:pt x="313178" y="298609"/>
                  </a:lnTo>
                  <a:lnTo>
                    <a:pt x="356234" y="309453"/>
                  </a:lnTo>
                  <a:lnTo>
                    <a:pt x="398810" y="321650"/>
                  </a:lnTo>
                  <a:lnTo>
                    <a:pt x="440888" y="335179"/>
                  </a:lnTo>
                  <a:lnTo>
                    <a:pt x="482446" y="350019"/>
                  </a:lnTo>
                  <a:lnTo>
                    <a:pt x="523465" y="366147"/>
                  </a:lnTo>
                  <a:lnTo>
                    <a:pt x="563927" y="383543"/>
                  </a:lnTo>
                  <a:lnTo>
                    <a:pt x="603811" y="402183"/>
                  </a:lnTo>
                  <a:lnTo>
                    <a:pt x="643097" y="422048"/>
                  </a:lnTo>
                  <a:lnTo>
                    <a:pt x="681766" y="443115"/>
                  </a:lnTo>
                  <a:lnTo>
                    <a:pt x="719799" y="465362"/>
                  </a:lnTo>
                  <a:lnTo>
                    <a:pt x="757175" y="488767"/>
                  </a:lnTo>
                  <a:lnTo>
                    <a:pt x="793875" y="513310"/>
                  </a:lnTo>
                  <a:lnTo>
                    <a:pt x="829880" y="538968"/>
                  </a:lnTo>
                  <a:lnTo>
                    <a:pt x="865170" y="565720"/>
                  </a:lnTo>
                  <a:lnTo>
                    <a:pt x="899725" y="593544"/>
                  </a:lnTo>
                  <a:lnTo>
                    <a:pt x="933526" y="622418"/>
                  </a:lnTo>
                  <a:lnTo>
                    <a:pt x="966553" y="652320"/>
                  </a:lnTo>
                  <a:lnTo>
                    <a:pt x="998786" y="683230"/>
                  </a:lnTo>
                  <a:lnTo>
                    <a:pt x="1030207" y="715125"/>
                  </a:lnTo>
                  <a:lnTo>
                    <a:pt x="1060794" y="747983"/>
                  </a:lnTo>
                  <a:lnTo>
                    <a:pt x="1090529" y="781784"/>
                  </a:lnTo>
                  <a:lnTo>
                    <a:pt x="1119392" y="816505"/>
                  </a:lnTo>
                  <a:lnTo>
                    <a:pt x="1147363" y="852124"/>
                  </a:lnTo>
                  <a:lnTo>
                    <a:pt x="1174423" y="888620"/>
                  </a:lnTo>
                  <a:lnTo>
                    <a:pt x="1200553" y="925971"/>
                  </a:lnTo>
                  <a:lnTo>
                    <a:pt x="1225731" y="964156"/>
                  </a:lnTo>
                  <a:lnTo>
                    <a:pt x="1249940" y="1003153"/>
                  </a:lnTo>
                  <a:lnTo>
                    <a:pt x="1273159" y="1042940"/>
                  </a:lnTo>
                  <a:lnTo>
                    <a:pt x="1295368" y="1083496"/>
                  </a:lnTo>
                  <a:lnTo>
                    <a:pt x="1316549" y="1124798"/>
                  </a:lnTo>
                  <a:lnTo>
                    <a:pt x="1336681" y="1166826"/>
                  </a:lnTo>
                  <a:lnTo>
                    <a:pt x="1355745" y="1209557"/>
                  </a:lnTo>
                  <a:lnTo>
                    <a:pt x="1373721" y="1252970"/>
                  </a:lnTo>
                  <a:lnTo>
                    <a:pt x="1390590" y="1297043"/>
                  </a:lnTo>
                  <a:lnTo>
                    <a:pt x="1406332" y="1341754"/>
                  </a:lnTo>
                  <a:lnTo>
                    <a:pt x="1420927" y="1387082"/>
                  </a:lnTo>
                  <a:lnTo>
                    <a:pt x="1434356" y="1433006"/>
                  </a:lnTo>
                  <a:lnTo>
                    <a:pt x="1446599" y="1479502"/>
                  </a:lnTo>
                  <a:lnTo>
                    <a:pt x="1457637" y="1526551"/>
                  </a:lnTo>
                  <a:lnTo>
                    <a:pt x="1467449" y="1574130"/>
                  </a:lnTo>
                  <a:lnTo>
                    <a:pt x="1476017" y="1622217"/>
                  </a:lnTo>
                  <a:lnTo>
                    <a:pt x="1483321" y="1670790"/>
                  </a:lnTo>
                  <a:lnTo>
                    <a:pt x="1489340" y="1719829"/>
                  </a:lnTo>
                  <a:lnTo>
                    <a:pt x="1494056" y="1769311"/>
                  </a:lnTo>
                  <a:lnTo>
                    <a:pt x="1497449" y="1819215"/>
                  </a:lnTo>
                  <a:lnTo>
                    <a:pt x="1499499" y="1869519"/>
                  </a:lnTo>
                  <a:lnTo>
                    <a:pt x="1500187" y="1920201"/>
                  </a:lnTo>
                  <a:lnTo>
                    <a:pt x="1500187" y="1657781"/>
                  </a:lnTo>
                  <a:lnTo>
                    <a:pt x="1499499" y="1607098"/>
                  </a:lnTo>
                  <a:lnTo>
                    <a:pt x="1497449" y="1556794"/>
                  </a:lnTo>
                  <a:lnTo>
                    <a:pt x="1494056" y="1506889"/>
                  </a:lnTo>
                  <a:lnTo>
                    <a:pt x="1489340" y="1457406"/>
                  </a:lnTo>
                  <a:lnTo>
                    <a:pt x="1483321" y="1408367"/>
                  </a:lnTo>
                  <a:lnTo>
                    <a:pt x="1476017" y="1359793"/>
                  </a:lnTo>
                  <a:lnTo>
                    <a:pt x="1467449" y="1311705"/>
                  </a:lnTo>
                  <a:lnTo>
                    <a:pt x="1457637" y="1264126"/>
                  </a:lnTo>
                  <a:lnTo>
                    <a:pt x="1446599" y="1217077"/>
                  </a:lnTo>
                  <a:lnTo>
                    <a:pt x="1434356" y="1170580"/>
                  </a:lnTo>
                  <a:lnTo>
                    <a:pt x="1420927" y="1124656"/>
                  </a:lnTo>
                  <a:lnTo>
                    <a:pt x="1406332" y="1079327"/>
                  </a:lnTo>
                  <a:lnTo>
                    <a:pt x="1390590" y="1034615"/>
                  </a:lnTo>
                  <a:lnTo>
                    <a:pt x="1373721" y="990542"/>
                  </a:lnTo>
                  <a:lnTo>
                    <a:pt x="1355745" y="947129"/>
                  </a:lnTo>
                  <a:lnTo>
                    <a:pt x="1336681" y="904397"/>
                  </a:lnTo>
                  <a:lnTo>
                    <a:pt x="1316549" y="862369"/>
                  </a:lnTo>
                  <a:lnTo>
                    <a:pt x="1295368" y="821067"/>
                  </a:lnTo>
                  <a:lnTo>
                    <a:pt x="1273159" y="780511"/>
                  </a:lnTo>
                  <a:lnTo>
                    <a:pt x="1249940" y="740724"/>
                  </a:lnTo>
                  <a:lnTo>
                    <a:pt x="1225731" y="701726"/>
                  </a:lnTo>
                  <a:lnTo>
                    <a:pt x="1200553" y="663541"/>
                  </a:lnTo>
                  <a:lnTo>
                    <a:pt x="1174423" y="626190"/>
                  </a:lnTo>
                  <a:lnTo>
                    <a:pt x="1147363" y="589693"/>
                  </a:lnTo>
                  <a:lnTo>
                    <a:pt x="1119392" y="554074"/>
                  </a:lnTo>
                  <a:lnTo>
                    <a:pt x="1090529" y="519353"/>
                  </a:lnTo>
                  <a:lnTo>
                    <a:pt x="1060794" y="485552"/>
                  </a:lnTo>
                  <a:lnTo>
                    <a:pt x="1030207" y="452694"/>
                  </a:lnTo>
                  <a:lnTo>
                    <a:pt x="998786" y="420799"/>
                  </a:lnTo>
                  <a:lnTo>
                    <a:pt x="966553" y="389889"/>
                  </a:lnTo>
                  <a:lnTo>
                    <a:pt x="933526" y="359986"/>
                  </a:lnTo>
                  <a:lnTo>
                    <a:pt x="899725" y="331112"/>
                  </a:lnTo>
                  <a:lnTo>
                    <a:pt x="865170" y="303288"/>
                  </a:lnTo>
                  <a:lnTo>
                    <a:pt x="829880" y="276536"/>
                  </a:lnTo>
                  <a:lnTo>
                    <a:pt x="793875" y="250878"/>
                  </a:lnTo>
                  <a:lnTo>
                    <a:pt x="757175" y="226335"/>
                  </a:lnTo>
                  <a:lnTo>
                    <a:pt x="719799" y="202929"/>
                  </a:lnTo>
                  <a:lnTo>
                    <a:pt x="681766" y="180682"/>
                  </a:lnTo>
                  <a:lnTo>
                    <a:pt x="643097" y="159616"/>
                  </a:lnTo>
                  <a:lnTo>
                    <a:pt x="603811" y="139751"/>
                  </a:lnTo>
                  <a:lnTo>
                    <a:pt x="563927" y="121110"/>
                  </a:lnTo>
                  <a:lnTo>
                    <a:pt x="523465" y="103714"/>
                  </a:lnTo>
                  <a:lnTo>
                    <a:pt x="482446" y="87586"/>
                  </a:lnTo>
                  <a:lnTo>
                    <a:pt x="440888" y="72746"/>
                  </a:lnTo>
                  <a:lnTo>
                    <a:pt x="398810" y="59217"/>
                  </a:lnTo>
                  <a:lnTo>
                    <a:pt x="356234" y="47020"/>
                  </a:lnTo>
                  <a:lnTo>
                    <a:pt x="313178" y="36176"/>
                  </a:lnTo>
                  <a:lnTo>
                    <a:pt x="269661" y="26709"/>
                  </a:lnTo>
                  <a:lnTo>
                    <a:pt x="225704" y="18638"/>
                  </a:lnTo>
                  <a:lnTo>
                    <a:pt x="181327" y="11986"/>
                  </a:lnTo>
                  <a:lnTo>
                    <a:pt x="136548" y="6774"/>
                  </a:lnTo>
                  <a:lnTo>
                    <a:pt x="91387" y="3025"/>
                  </a:lnTo>
                  <a:lnTo>
                    <a:pt x="45865" y="7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07ca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object 30"/>
            <p:cNvSpPr/>
            <p:nvPr/>
          </p:nvSpPr>
          <p:spPr>
            <a:xfrm>
              <a:off x="5286240" y="1784520"/>
              <a:ext cx="1500120" cy="3680640"/>
            </a:xfrm>
            <a:custGeom>
              <a:avLst/>
              <a:gdLst/>
              <a:ahLst/>
              <a:rect l="l" t="t" r="r" b="b"/>
              <a:pathLst>
                <a:path w="1500504" h="3681095">
                  <a:moveTo>
                    <a:pt x="1500188" y="1920198"/>
                  </a:moveTo>
                  <a:lnTo>
                    <a:pt x="1499501" y="1869516"/>
                  </a:lnTo>
                  <a:lnTo>
                    <a:pt x="1497451" y="1819212"/>
                  </a:lnTo>
                  <a:lnTo>
                    <a:pt x="1494058" y="1769308"/>
                  </a:lnTo>
                  <a:lnTo>
                    <a:pt x="1489341" y="1719825"/>
                  </a:lnTo>
                  <a:lnTo>
                    <a:pt x="1483322" y="1670786"/>
                  </a:lnTo>
                  <a:lnTo>
                    <a:pt x="1476018" y="1622212"/>
                  </a:lnTo>
                  <a:lnTo>
                    <a:pt x="1467450" y="1574125"/>
                  </a:lnTo>
                  <a:lnTo>
                    <a:pt x="1457638" y="1526546"/>
                  </a:lnTo>
                  <a:lnTo>
                    <a:pt x="1446600" y="1479498"/>
                  </a:lnTo>
                  <a:lnTo>
                    <a:pt x="1434357" y="1433001"/>
                  </a:lnTo>
                  <a:lnTo>
                    <a:pt x="1420928" y="1387077"/>
                  </a:lnTo>
                  <a:lnTo>
                    <a:pt x="1406333" y="1341749"/>
                  </a:lnTo>
                  <a:lnTo>
                    <a:pt x="1390591" y="1297038"/>
                  </a:lnTo>
                  <a:lnTo>
                    <a:pt x="1373722" y="1252965"/>
                  </a:lnTo>
                  <a:lnTo>
                    <a:pt x="1355746" y="1209552"/>
                  </a:lnTo>
                  <a:lnTo>
                    <a:pt x="1336681" y="1166820"/>
                  </a:lnTo>
                  <a:lnTo>
                    <a:pt x="1316549" y="1124793"/>
                  </a:lnTo>
                  <a:lnTo>
                    <a:pt x="1295368" y="1083490"/>
                  </a:lnTo>
                  <a:lnTo>
                    <a:pt x="1273159" y="1042935"/>
                  </a:lnTo>
                  <a:lnTo>
                    <a:pt x="1249940" y="1003148"/>
                  </a:lnTo>
                  <a:lnTo>
                    <a:pt x="1225731" y="964151"/>
                  </a:lnTo>
                  <a:lnTo>
                    <a:pt x="1200552" y="925966"/>
                  </a:lnTo>
                  <a:lnTo>
                    <a:pt x="1174423" y="888615"/>
                  </a:lnTo>
                  <a:lnTo>
                    <a:pt x="1147362" y="852118"/>
                  </a:lnTo>
                  <a:lnTo>
                    <a:pt x="1119391" y="816499"/>
                  </a:lnTo>
                  <a:lnTo>
                    <a:pt x="1090528" y="781778"/>
                  </a:lnTo>
                  <a:lnTo>
                    <a:pt x="1060793" y="747978"/>
                  </a:lnTo>
                  <a:lnTo>
                    <a:pt x="1030205" y="715120"/>
                  </a:lnTo>
                  <a:lnTo>
                    <a:pt x="998785" y="683225"/>
                  </a:lnTo>
                  <a:lnTo>
                    <a:pt x="966552" y="652315"/>
                  </a:lnTo>
                  <a:lnTo>
                    <a:pt x="933525" y="622412"/>
                  </a:lnTo>
                  <a:lnTo>
                    <a:pt x="899724" y="593538"/>
                  </a:lnTo>
                  <a:lnTo>
                    <a:pt x="865169" y="565715"/>
                  </a:lnTo>
                  <a:lnTo>
                    <a:pt x="829879" y="538963"/>
                  </a:lnTo>
                  <a:lnTo>
                    <a:pt x="793874" y="513305"/>
                  </a:lnTo>
                  <a:lnTo>
                    <a:pt x="757173" y="488762"/>
                  </a:lnTo>
                  <a:lnTo>
                    <a:pt x="719797" y="465356"/>
                  </a:lnTo>
                  <a:lnTo>
                    <a:pt x="681764" y="443109"/>
                  </a:lnTo>
                  <a:lnTo>
                    <a:pt x="643095" y="422043"/>
                  </a:lnTo>
                  <a:lnTo>
                    <a:pt x="603809" y="402178"/>
                  </a:lnTo>
                  <a:lnTo>
                    <a:pt x="563925" y="383537"/>
                  </a:lnTo>
                  <a:lnTo>
                    <a:pt x="523464" y="366142"/>
                  </a:lnTo>
                  <a:lnTo>
                    <a:pt x="482444" y="350014"/>
                  </a:lnTo>
                  <a:lnTo>
                    <a:pt x="440886" y="335174"/>
                  </a:lnTo>
                  <a:lnTo>
                    <a:pt x="398809" y="321645"/>
                  </a:lnTo>
                  <a:lnTo>
                    <a:pt x="356232" y="309448"/>
                  </a:lnTo>
                  <a:lnTo>
                    <a:pt x="313176" y="298604"/>
                  </a:lnTo>
                  <a:lnTo>
                    <a:pt x="269660" y="289136"/>
                  </a:lnTo>
                  <a:lnTo>
                    <a:pt x="225703" y="281066"/>
                  </a:lnTo>
                  <a:lnTo>
                    <a:pt x="181326" y="274414"/>
                  </a:lnTo>
                  <a:lnTo>
                    <a:pt x="136547" y="269202"/>
                  </a:lnTo>
                  <a:lnTo>
                    <a:pt x="91387" y="265453"/>
                  </a:lnTo>
                  <a:lnTo>
                    <a:pt x="45864" y="263187"/>
                  </a:lnTo>
                  <a:lnTo>
                    <a:pt x="0" y="262427"/>
                  </a:lnTo>
                  <a:lnTo>
                    <a:pt x="0" y="0"/>
                  </a:lnTo>
                  <a:lnTo>
                    <a:pt x="45864" y="759"/>
                  </a:lnTo>
                  <a:lnTo>
                    <a:pt x="91387" y="3025"/>
                  </a:lnTo>
                  <a:lnTo>
                    <a:pt x="136547" y="6774"/>
                  </a:lnTo>
                  <a:lnTo>
                    <a:pt x="181326" y="11986"/>
                  </a:lnTo>
                  <a:lnTo>
                    <a:pt x="225703" y="18638"/>
                  </a:lnTo>
                  <a:lnTo>
                    <a:pt x="269660" y="26708"/>
                  </a:lnTo>
                  <a:lnTo>
                    <a:pt x="313176" y="36176"/>
                  </a:lnTo>
                  <a:lnTo>
                    <a:pt x="356232" y="47020"/>
                  </a:lnTo>
                  <a:lnTo>
                    <a:pt x="398809" y="59217"/>
                  </a:lnTo>
                  <a:lnTo>
                    <a:pt x="440886" y="72746"/>
                  </a:lnTo>
                  <a:lnTo>
                    <a:pt x="482444" y="87586"/>
                  </a:lnTo>
                  <a:lnTo>
                    <a:pt x="523464" y="103714"/>
                  </a:lnTo>
                  <a:lnTo>
                    <a:pt x="563925" y="121109"/>
                  </a:lnTo>
                  <a:lnTo>
                    <a:pt x="603809" y="139750"/>
                  </a:lnTo>
                  <a:lnTo>
                    <a:pt x="643095" y="159615"/>
                  </a:lnTo>
                  <a:lnTo>
                    <a:pt x="681764" y="180681"/>
                  </a:lnTo>
                  <a:lnTo>
                    <a:pt x="719797" y="202928"/>
                  </a:lnTo>
                  <a:lnTo>
                    <a:pt x="757173" y="226334"/>
                  </a:lnTo>
                  <a:lnTo>
                    <a:pt x="793874" y="250877"/>
                  </a:lnTo>
                  <a:lnTo>
                    <a:pt x="829879" y="276535"/>
                  </a:lnTo>
                  <a:lnTo>
                    <a:pt x="865169" y="303286"/>
                  </a:lnTo>
                  <a:lnTo>
                    <a:pt x="899724" y="331110"/>
                  </a:lnTo>
                  <a:lnTo>
                    <a:pt x="933525" y="359984"/>
                  </a:lnTo>
                  <a:lnTo>
                    <a:pt x="966552" y="389887"/>
                  </a:lnTo>
                  <a:lnTo>
                    <a:pt x="998785" y="420796"/>
                  </a:lnTo>
                  <a:lnTo>
                    <a:pt x="1030205" y="452691"/>
                  </a:lnTo>
                  <a:lnTo>
                    <a:pt x="1060793" y="485550"/>
                  </a:lnTo>
                  <a:lnTo>
                    <a:pt x="1090528" y="519350"/>
                  </a:lnTo>
                  <a:lnTo>
                    <a:pt x="1119391" y="554071"/>
                  </a:lnTo>
                  <a:lnTo>
                    <a:pt x="1147362" y="589690"/>
                  </a:lnTo>
                  <a:lnTo>
                    <a:pt x="1174423" y="626186"/>
                  </a:lnTo>
                  <a:lnTo>
                    <a:pt x="1200552" y="663537"/>
                  </a:lnTo>
                  <a:lnTo>
                    <a:pt x="1225731" y="701722"/>
                  </a:lnTo>
                  <a:lnTo>
                    <a:pt x="1249940" y="740719"/>
                  </a:lnTo>
                  <a:lnTo>
                    <a:pt x="1273159" y="780506"/>
                  </a:lnTo>
                  <a:lnTo>
                    <a:pt x="1295368" y="821062"/>
                  </a:lnTo>
                  <a:lnTo>
                    <a:pt x="1316549" y="862364"/>
                  </a:lnTo>
                  <a:lnTo>
                    <a:pt x="1336681" y="904392"/>
                  </a:lnTo>
                  <a:lnTo>
                    <a:pt x="1355746" y="947123"/>
                  </a:lnTo>
                  <a:lnTo>
                    <a:pt x="1373722" y="990535"/>
                  </a:lnTo>
                  <a:lnTo>
                    <a:pt x="1390591" y="1034608"/>
                  </a:lnTo>
                  <a:lnTo>
                    <a:pt x="1406333" y="1079320"/>
                  </a:lnTo>
                  <a:lnTo>
                    <a:pt x="1420928" y="1124648"/>
                  </a:lnTo>
                  <a:lnTo>
                    <a:pt x="1434357" y="1170572"/>
                  </a:lnTo>
                  <a:lnTo>
                    <a:pt x="1446600" y="1217068"/>
                  </a:lnTo>
                  <a:lnTo>
                    <a:pt x="1457638" y="1264117"/>
                  </a:lnTo>
                  <a:lnTo>
                    <a:pt x="1467450" y="1311696"/>
                  </a:lnTo>
                  <a:lnTo>
                    <a:pt x="1476018" y="1359783"/>
                  </a:lnTo>
                  <a:lnTo>
                    <a:pt x="1483322" y="1408357"/>
                  </a:lnTo>
                  <a:lnTo>
                    <a:pt x="1489341" y="1457396"/>
                  </a:lnTo>
                  <a:lnTo>
                    <a:pt x="1494058" y="1506878"/>
                  </a:lnTo>
                  <a:lnTo>
                    <a:pt x="1497451" y="1556782"/>
                  </a:lnTo>
                  <a:lnTo>
                    <a:pt x="1499501" y="1607086"/>
                  </a:lnTo>
                  <a:lnTo>
                    <a:pt x="1500188" y="1657768"/>
                  </a:lnTo>
                  <a:lnTo>
                    <a:pt x="1500188" y="1920198"/>
                  </a:lnTo>
                  <a:lnTo>
                    <a:pt x="1499481" y="1971385"/>
                  </a:lnTo>
                  <a:lnTo>
                    <a:pt x="1497372" y="2022238"/>
                  </a:lnTo>
                  <a:lnTo>
                    <a:pt x="1493879" y="2072733"/>
                  </a:lnTo>
                  <a:lnTo>
                    <a:pt x="1489022" y="2122844"/>
                  </a:lnTo>
                  <a:lnTo>
                    <a:pt x="1482819" y="2172545"/>
                  </a:lnTo>
                  <a:lnTo>
                    <a:pt x="1475288" y="2221811"/>
                  </a:lnTo>
                  <a:lnTo>
                    <a:pt x="1466450" y="2270616"/>
                  </a:lnTo>
                  <a:lnTo>
                    <a:pt x="1456322" y="2318936"/>
                  </a:lnTo>
                  <a:lnTo>
                    <a:pt x="1444923" y="2366745"/>
                  </a:lnTo>
                  <a:lnTo>
                    <a:pt x="1432272" y="2414018"/>
                  </a:lnTo>
                  <a:lnTo>
                    <a:pt x="1418387" y="2460728"/>
                  </a:lnTo>
                  <a:lnTo>
                    <a:pt x="1403288" y="2506851"/>
                  </a:lnTo>
                  <a:lnTo>
                    <a:pt x="1386994" y="2552362"/>
                  </a:lnTo>
                  <a:lnTo>
                    <a:pt x="1369522" y="2597234"/>
                  </a:lnTo>
                  <a:lnTo>
                    <a:pt x="1350892" y="2641442"/>
                  </a:lnTo>
                  <a:lnTo>
                    <a:pt x="1331122" y="2684962"/>
                  </a:lnTo>
                  <a:lnTo>
                    <a:pt x="1310232" y="2727768"/>
                  </a:lnTo>
                  <a:lnTo>
                    <a:pt x="1288240" y="2769833"/>
                  </a:lnTo>
                  <a:lnTo>
                    <a:pt x="1265164" y="2811134"/>
                  </a:lnTo>
                  <a:lnTo>
                    <a:pt x="1241024" y="2851644"/>
                  </a:lnTo>
                  <a:lnTo>
                    <a:pt x="1215838" y="2891338"/>
                  </a:lnTo>
                  <a:lnTo>
                    <a:pt x="1189625" y="2930191"/>
                  </a:lnTo>
                  <a:lnTo>
                    <a:pt x="1162403" y="2968177"/>
                  </a:lnTo>
                  <a:lnTo>
                    <a:pt x="1134193" y="3005271"/>
                  </a:lnTo>
                  <a:lnTo>
                    <a:pt x="1105011" y="3041448"/>
                  </a:lnTo>
                  <a:lnTo>
                    <a:pt x="1074877" y="3076682"/>
                  </a:lnTo>
                  <a:lnTo>
                    <a:pt x="1043810" y="3110947"/>
                  </a:lnTo>
                  <a:lnTo>
                    <a:pt x="1011829" y="3144218"/>
                  </a:lnTo>
                  <a:lnTo>
                    <a:pt x="978952" y="3176471"/>
                  </a:lnTo>
                  <a:lnTo>
                    <a:pt x="945198" y="3207679"/>
                  </a:lnTo>
                  <a:lnTo>
                    <a:pt x="910585" y="3237817"/>
                  </a:lnTo>
                  <a:lnTo>
                    <a:pt x="875134" y="3266860"/>
                  </a:lnTo>
                  <a:lnTo>
                    <a:pt x="838861" y="3294782"/>
                  </a:lnTo>
                  <a:lnTo>
                    <a:pt x="801786" y="3321558"/>
                  </a:lnTo>
                  <a:lnTo>
                    <a:pt x="763928" y="3347162"/>
                  </a:lnTo>
                  <a:lnTo>
                    <a:pt x="725306" y="3371569"/>
                  </a:lnTo>
                  <a:lnTo>
                    <a:pt x="685938" y="3394755"/>
                  </a:lnTo>
                  <a:lnTo>
                    <a:pt x="645843" y="3416692"/>
                  </a:lnTo>
                  <a:lnTo>
                    <a:pt x="605040" y="3437357"/>
                  </a:lnTo>
                  <a:lnTo>
                    <a:pt x="563547" y="3456722"/>
                  </a:lnTo>
                  <a:lnTo>
                    <a:pt x="521384" y="3474764"/>
                  </a:lnTo>
                  <a:lnTo>
                    <a:pt x="478568" y="3491457"/>
                  </a:lnTo>
                  <a:lnTo>
                    <a:pt x="435120" y="3506775"/>
                  </a:lnTo>
                  <a:lnTo>
                    <a:pt x="391057" y="3520693"/>
                  </a:lnTo>
                  <a:lnTo>
                    <a:pt x="346398" y="3533185"/>
                  </a:lnTo>
                  <a:lnTo>
                    <a:pt x="301162" y="3544227"/>
                  </a:lnTo>
                  <a:lnTo>
                    <a:pt x="301162" y="3680997"/>
                  </a:lnTo>
                  <a:lnTo>
                    <a:pt x="0" y="3446757"/>
                  </a:lnTo>
                  <a:lnTo>
                    <a:pt x="301162" y="3145027"/>
                  </a:lnTo>
                  <a:lnTo>
                    <a:pt x="301162" y="3281797"/>
                  </a:lnTo>
                  <a:lnTo>
                    <a:pt x="346550" y="3270714"/>
                  </a:lnTo>
                  <a:lnTo>
                    <a:pt x="391374" y="3258162"/>
                  </a:lnTo>
                  <a:lnTo>
                    <a:pt x="435614" y="3244166"/>
                  </a:lnTo>
                  <a:lnTo>
                    <a:pt x="479250" y="3228752"/>
                  </a:lnTo>
                  <a:lnTo>
                    <a:pt x="522261" y="3211944"/>
                  </a:lnTo>
                  <a:lnTo>
                    <a:pt x="564629" y="3193768"/>
                  </a:lnTo>
                  <a:lnTo>
                    <a:pt x="606332" y="3174248"/>
                  </a:lnTo>
                  <a:lnTo>
                    <a:pt x="647350" y="3153410"/>
                  </a:lnTo>
                  <a:lnTo>
                    <a:pt x="687664" y="3131280"/>
                  </a:lnTo>
                  <a:lnTo>
                    <a:pt x="727253" y="3107881"/>
                  </a:lnTo>
                  <a:lnTo>
                    <a:pt x="766097" y="3083240"/>
                  </a:lnTo>
                  <a:lnTo>
                    <a:pt x="804176" y="3057381"/>
                  </a:lnTo>
                  <a:lnTo>
                    <a:pt x="841470" y="3030330"/>
                  </a:lnTo>
                  <a:lnTo>
                    <a:pt x="877959" y="3002112"/>
                  </a:lnTo>
                  <a:lnTo>
                    <a:pt x="913622" y="2972751"/>
                  </a:lnTo>
                  <a:lnTo>
                    <a:pt x="948440" y="2942273"/>
                  </a:lnTo>
                  <a:lnTo>
                    <a:pt x="982393" y="2910704"/>
                  </a:lnTo>
                  <a:lnTo>
                    <a:pt x="1015460" y="2878067"/>
                  </a:lnTo>
                  <a:lnTo>
                    <a:pt x="1047621" y="2844389"/>
                  </a:lnTo>
                  <a:lnTo>
                    <a:pt x="1078856" y="2809695"/>
                  </a:lnTo>
                  <a:lnTo>
                    <a:pt x="1109145" y="2774009"/>
                  </a:lnTo>
                  <a:lnTo>
                    <a:pt x="1138469" y="2737357"/>
                  </a:lnTo>
                  <a:lnTo>
                    <a:pt x="1166806" y="2699764"/>
                  </a:lnTo>
                  <a:lnTo>
                    <a:pt x="1194137" y="2661255"/>
                  </a:lnTo>
                  <a:lnTo>
                    <a:pt x="1220441" y="2621856"/>
                  </a:lnTo>
                  <a:lnTo>
                    <a:pt x="1245699" y="2581590"/>
                  </a:lnTo>
                  <a:lnTo>
                    <a:pt x="1269890" y="2540484"/>
                  </a:lnTo>
                  <a:lnTo>
                    <a:pt x="1292995" y="2498563"/>
                  </a:lnTo>
                  <a:lnTo>
                    <a:pt x="1314992" y="2455851"/>
                  </a:lnTo>
                  <a:lnTo>
                    <a:pt x="1335863" y="2412375"/>
                  </a:lnTo>
                  <a:lnTo>
                    <a:pt x="1355586" y="2368158"/>
                  </a:lnTo>
                  <a:lnTo>
                    <a:pt x="1374143" y="2323226"/>
                  </a:lnTo>
                  <a:lnTo>
                    <a:pt x="1391512" y="2277605"/>
                  </a:lnTo>
                  <a:lnTo>
                    <a:pt x="1407674" y="2231319"/>
                  </a:lnTo>
                  <a:lnTo>
                    <a:pt x="1422608" y="2184394"/>
                  </a:lnTo>
                  <a:lnTo>
                    <a:pt x="1436295" y="2136854"/>
                  </a:lnTo>
                  <a:lnTo>
                    <a:pt x="1448714" y="2088726"/>
                  </a:lnTo>
                  <a:lnTo>
                    <a:pt x="1459845" y="2040033"/>
                  </a:lnTo>
                  <a:lnTo>
                    <a:pt x="1469668" y="1990801"/>
                  </a:lnTo>
                  <a:lnTo>
                    <a:pt x="1478163" y="1941056"/>
                  </a:lnTo>
                  <a:lnTo>
                    <a:pt x="1485310" y="1890822"/>
                  </a:lnTo>
                  <a:lnTo>
                    <a:pt x="1491088" y="1840124"/>
                  </a:lnTo>
                  <a:lnTo>
                    <a:pt x="1495478" y="1788988"/>
                  </a:lnTo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5" name="object 31"/>
          <p:cNvSpPr/>
          <p:nvPr/>
        </p:nvSpPr>
        <p:spPr>
          <a:xfrm>
            <a:off x="6929280" y="3141720"/>
            <a:ext cx="1530720" cy="667080"/>
          </a:xfrm>
          <a:prstGeom prst="rect">
            <a:avLst/>
          </a:prstGeom>
          <a:solidFill>
            <a:srgbClr val="6095c9"/>
          </a:solidFill>
          <a:ln w="25399">
            <a:solidFill>
              <a:srgbClr val="4771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33200" bIns="0" anchor="t">
            <a:spAutoFit/>
          </a:bodyPr>
          <a:p>
            <a:pPr marL="123120" indent="132120">
              <a:lnSpc>
                <a:spcPts val="2100"/>
              </a:lnSpc>
              <a:spcBef>
                <a:spcPts val="1049"/>
              </a:spcBef>
              <a:tabLst>
                <a:tab algn="l" pos="0"/>
              </a:tabLst>
            </a:pPr>
            <a:r>
              <a:rPr b="0" lang="en-US" sz="1800" spc="-7" strike="noStrike">
                <a:solidFill>
                  <a:srgbClr val="ffffff"/>
                </a:solidFill>
                <a:latin typeface="Calibri"/>
                <a:ea typeface="MS PGothic"/>
              </a:rPr>
              <a:t>Artefato  mo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MS PGothic"/>
              </a:rPr>
              <a:t>diﬁcado</a:t>
            </a:r>
            <a:endParaRPr b="0" lang="pt-BR" sz="1800" spc="-1" strike="noStrike">
              <a:latin typeface="Arial"/>
            </a:endParaRPr>
          </a:p>
        </p:txBody>
      </p:sp>
      <p:grpSp>
        <p:nvGrpSpPr>
          <p:cNvPr id="116" name="object 32"/>
          <p:cNvGrpSpPr/>
          <p:nvPr/>
        </p:nvGrpSpPr>
        <p:grpSpPr>
          <a:xfrm>
            <a:off x="2143080" y="2110320"/>
            <a:ext cx="1071360" cy="2889000"/>
            <a:chOff x="2143080" y="2110320"/>
            <a:chExt cx="1071360" cy="2889000"/>
          </a:xfrm>
        </p:grpSpPr>
        <p:sp>
          <p:nvSpPr>
            <p:cNvPr id="117" name="object 33"/>
            <p:cNvSpPr/>
            <p:nvPr/>
          </p:nvSpPr>
          <p:spPr>
            <a:xfrm>
              <a:off x="2143080" y="2110320"/>
              <a:ext cx="1071360" cy="1491120"/>
            </a:xfrm>
            <a:custGeom>
              <a:avLst/>
              <a:gdLst/>
              <a:ahLst/>
              <a:rect l="l" t="t" r="r" b="b"/>
              <a:pathLst>
                <a:path w="1071880" h="1491614">
                  <a:moveTo>
                    <a:pt x="803600" y="0"/>
                  </a:moveTo>
                  <a:lnTo>
                    <a:pt x="803600" y="133946"/>
                  </a:lnTo>
                  <a:lnTo>
                    <a:pt x="761132" y="147967"/>
                  </a:lnTo>
                  <a:lnTo>
                    <a:pt x="719504" y="163889"/>
                  </a:lnTo>
                  <a:lnTo>
                    <a:pt x="678743" y="181663"/>
                  </a:lnTo>
                  <a:lnTo>
                    <a:pt x="638878" y="201242"/>
                  </a:lnTo>
                  <a:lnTo>
                    <a:pt x="599937" y="222576"/>
                  </a:lnTo>
                  <a:lnTo>
                    <a:pt x="561949" y="245618"/>
                  </a:lnTo>
                  <a:lnTo>
                    <a:pt x="524941" y="270319"/>
                  </a:lnTo>
                  <a:lnTo>
                    <a:pt x="488943" y="296631"/>
                  </a:lnTo>
                  <a:lnTo>
                    <a:pt x="453982" y="324505"/>
                  </a:lnTo>
                  <a:lnTo>
                    <a:pt x="420087" y="353894"/>
                  </a:lnTo>
                  <a:lnTo>
                    <a:pt x="387287" y="384749"/>
                  </a:lnTo>
                  <a:lnTo>
                    <a:pt x="355609" y="417022"/>
                  </a:lnTo>
                  <a:lnTo>
                    <a:pt x="325083" y="450664"/>
                  </a:lnTo>
                  <a:lnTo>
                    <a:pt x="295736" y="485628"/>
                  </a:lnTo>
                  <a:lnTo>
                    <a:pt x="267597" y="521864"/>
                  </a:lnTo>
                  <a:lnTo>
                    <a:pt x="240695" y="559325"/>
                  </a:lnTo>
                  <a:lnTo>
                    <a:pt x="215057" y="597962"/>
                  </a:lnTo>
                  <a:lnTo>
                    <a:pt x="190712" y="637727"/>
                  </a:lnTo>
                  <a:lnTo>
                    <a:pt x="167688" y="678572"/>
                  </a:lnTo>
                  <a:lnTo>
                    <a:pt x="146015" y="720448"/>
                  </a:lnTo>
                  <a:lnTo>
                    <a:pt x="125719" y="763307"/>
                  </a:lnTo>
                  <a:lnTo>
                    <a:pt x="106830" y="807101"/>
                  </a:lnTo>
                  <a:lnTo>
                    <a:pt x="89376" y="851781"/>
                  </a:lnTo>
                  <a:lnTo>
                    <a:pt x="73385" y="897300"/>
                  </a:lnTo>
                  <a:lnTo>
                    <a:pt x="58886" y="943609"/>
                  </a:lnTo>
                  <a:lnTo>
                    <a:pt x="45907" y="990659"/>
                  </a:lnTo>
                  <a:lnTo>
                    <a:pt x="34477" y="1038402"/>
                  </a:lnTo>
                  <a:lnTo>
                    <a:pt x="24623" y="1086791"/>
                  </a:lnTo>
                  <a:lnTo>
                    <a:pt x="16374" y="1135776"/>
                  </a:lnTo>
                  <a:lnTo>
                    <a:pt x="9759" y="1185309"/>
                  </a:lnTo>
                  <a:lnTo>
                    <a:pt x="4806" y="1235343"/>
                  </a:lnTo>
                  <a:lnTo>
                    <a:pt x="1544" y="1285829"/>
                  </a:lnTo>
                  <a:lnTo>
                    <a:pt x="0" y="1336717"/>
                  </a:lnTo>
                  <a:lnTo>
                    <a:pt x="203" y="1387962"/>
                  </a:lnTo>
                  <a:lnTo>
                    <a:pt x="2181" y="1439513"/>
                  </a:lnTo>
                  <a:lnTo>
                    <a:pt x="5963" y="1491322"/>
                  </a:lnTo>
                  <a:lnTo>
                    <a:pt x="11594" y="1439260"/>
                  </a:lnTo>
                  <a:lnTo>
                    <a:pt x="18993" y="1387843"/>
                  </a:lnTo>
                  <a:lnTo>
                    <a:pt x="28126" y="1337116"/>
                  </a:lnTo>
                  <a:lnTo>
                    <a:pt x="38959" y="1287129"/>
                  </a:lnTo>
                  <a:lnTo>
                    <a:pt x="51456" y="1237928"/>
                  </a:lnTo>
                  <a:lnTo>
                    <a:pt x="65583" y="1189561"/>
                  </a:lnTo>
                  <a:lnTo>
                    <a:pt x="81306" y="1142074"/>
                  </a:lnTo>
                  <a:lnTo>
                    <a:pt x="98590" y="1095516"/>
                  </a:lnTo>
                  <a:lnTo>
                    <a:pt x="117400" y="1049933"/>
                  </a:lnTo>
                  <a:lnTo>
                    <a:pt x="137701" y="1005373"/>
                  </a:lnTo>
                  <a:lnTo>
                    <a:pt x="159459" y="961884"/>
                  </a:lnTo>
                  <a:lnTo>
                    <a:pt x="182640" y="919511"/>
                  </a:lnTo>
                  <a:lnTo>
                    <a:pt x="207208" y="878304"/>
                  </a:lnTo>
                  <a:lnTo>
                    <a:pt x="233129" y="838308"/>
                  </a:lnTo>
                  <a:lnTo>
                    <a:pt x="260368" y="799572"/>
                  </a:lnTo>
                  <a:lnTo>
                    <a:pt x="288891" y="762143"/>
                  </a:lnTo>
                  <a:lnTo>
                    <a:pt x="318663" y="726068"/>
                  </a:lnTo>
                  <a:lnTo>
                    <a:pt x="349650" y="691394"/>
                  </a:lnTo>
                  <a:lnTo>
                    <a:pt x="381816" y="658169"/>
                  </a:lnTo>
                  <a:lnTo>
                    <a:pt x="415127" y="626440"/>
                  </a:lnTo>
                  <a:lnTo>
                    <a:pt x="449549" y="596254"/>
                  </a:lnTo>
                  <a:lnTo>
                    <a:pt x="485047" y="567659"/>
                  </a:lnTo>
                  <a:lnTo>
                    <a:pt x="521585" y="540702"/>
                  </a:lnTo>
                  <a:lnTo>
                    <a:pt x="559131" y="515430"/>
                  </a:lnTo>
                  <a:lnTo>
                    <a:pt x="597648" y="491891"/>
                  </a:lnTo>
                  <a:lnTo>
                    <a:pt x="637102" y="470132"/>
                  </a:lnTo>
                  <a:lnTo>
                    <a:pt x="677459" y="450200"/>
                  </a:lnTo>
                  <a:lnTo>
                    <a:pt x="718684" y="432142"/>
                  </a:lnTo>
                  <a:lnTo>
                    <a:pt x="760743" y="416007"/>
                  </a:lnTo>
                  <a:lnTo>
                    <a:pt x="803600" y="401840"/>
                  </a:lnTo>
                  <a:lnTo>
                    <a:pt x="803600" y="535787"/>
                  </a:lnTo>
                  <a:lnTo>
                    <a:pt x="1071493" y="227774"/>
                  </a:lnTo>
                  <a:lnTo>
                    <a:pt x="803600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" name="object 34"/>
            <p:cNvSpPr/>
            <p:nvPr/>
          </p:nvSpPr>
          <p:spPr>
            <a:xfrm>
              <a:off x="2143080" y="3467520"/>
              <a:ext cx="1071360" cy="1531440"/>
            </a:xfrm>
            <a:custGeom>
              <a:avLst/>
              <a:gdLst/>
              <a:ahLst/>
              <a:rect l="l" t="t" r="r" b="b"/>
              <a:pathLst>
                <a:path w="1071880" h="1531620">
                  <a:moveTo>
                    <a:pt x="0" y="0"/>
                  </a:moveTo>
                  <a:lnTo>
                    <a:pt x="0" y="267893"/>
                  </a:lnTo>
                  <a:lnTo>
                    <a:pt x="893" y="319977"/>
                  </a:lnTo>
                  <a:lnTo>
                    <a:pt x="3552" y="371524"/>
                  </a:lnTo>
                  <a:lnTo>
                    <a:pt x="7940" y="422495"/>
                  </a:lnTo>
                  <a:lnTo>
                    <a:pt x="14024" y="472848"/>
                  </a:lnTo>
                  <a:lnTo>
                    <a:pt x="21770" y="522543"/>
                  </a:lnTo>
                  <a:lnTo>
                    <a:pt x="31142" y="571539"/>
                  </a:lnTo>
                  <a:lnTo>
                    <a:pt x="42106" y="619796"/>
                  </a:lnTo>
                  <a:lnTo>
                    <a:pt x="54628" y="667273"/>
                  </a:lnTo>
                  <a:lnTo>
                    <a:pt x="68674" y="713929"/>
                  </a:lnTo>
                  <a:lnTo>
                    <a:pt x="84208" y="759724"/>
                  </a:lnTo>
                  <a:lnTo>
                    <a:pt x="101197" y="804617"/>
                  </a:lnTo>
                  <a:lnTo>
                    <a:pt x="119605" y="848567"/>
                  </a:lnTo>
                  <a:lnTo>
                    <a:pt x="139399" y="891534"/>
                  </a:lnTo>
                  <a:lnTo>
                    <a:pt x="160544" y="933477"/>
                  </a:lnTo>
                  <a:lnTo>
                    <a:pt x="183006" y="974356"/>
                  </a:lnTo>
                  <a:lnTo>
                    <a:pt x="206749" y="1014129"/>
                  </a:lnTo>
                  <a:lnTo>
                    <a:pt x="231740" y="1052757"/>
                  </a:lnTo>
                  <a:lnTo>
                    <a:pt x="257944" y="1090198"/>
                  </a:lnTo>
                  <a:lnTo>
                    <a:pt x="285326" y="1126411"/>
                  </a:lnTo>
                  <a:lnTo>
                    <a:pt x="313853" y="1161357"/>
                  </a:lnTo>
                  <a:lnTo>
                    <a:pt x="343489" y="1194995"/>
                  </a:lnTo>
                  <a:lnTo>
                    <a:pt x="374201" y="1227283"/>
                  </a:lnTo>
                  <a:lnTo>
                    <a:pt x="405953" y="1258182"/>
                  </a:lnTo>
                  <a:lnTo>
                    <a:pt x="438711" y="1287650"/>
                  </a:lnTo>
                  <a:lnTo>
                    <a:pt x="472441" y="1315648"/>
                  </a:lnTo>
                  <a:lnTo>
                    <a:pt x="507109" y="1342133"/>
                  </a:lnTo>
                  <a:lnTo>
                    <a:pt x="542679" y="1367067"/>
                  </a:lnTo>
                  <a:lnTo>
                    <a:pt x="579117" y="1390407"/>
                  </a:lnTo>
                  <a:lnTo>
                    <a:pt x="616390" y="1412114"/>
                  </a:lnTo>
                  <a:lnTo>
                    <a:pt x="654462" y="1432146"/>
                  </a:lnTo>
                  <a:lnTo>
                    <a:pt x="693298" y="1450463"/>
                  </a:lnTo>
                  <a:lnTo>
                    <a:pt x="732865" y="1467025"/>
                  </a:lnTo>
                  <a:lnTo>
                    <a:pt x="773129" y="1481791"/>
                  </a:lnTo>
                  <a:lnTo>
                    <a:pt x="814053" y="1494720"/>
                  </a:lnTo>
                  <a:lnTo>
                    <a:pt x="855605" y="1505771"/>
                  </a:lnTo>
                  <a:lnTo>
                    <a:pt x="897749" y="1514904"/>
                  </a:lnTo>
                  <a:lnTo>
                    <a:pt x="940451" y="1522078"/>
                  </a:lnTo>
                  <a:lnTo>
                    <a:pt x="983677" y="1527253"/>
                  </a:lnTo>
                  <a:lnTo>
                    <a:pt x="1027392" y="1530388"/>
                  </a:lnTo>
                  <a:lnTo>
                    <a:pt x="1071562" y="1531442"/>
                  </a:lnTo>
                  <a:lnTo>
                    <a:pt x="1071562" y="1263548"/>
                  </a:lnTo>
                  <a:lnTo>
                    <a:pt x="1027392" y="1262494"/>
                  </a:lnTo>
                  <a:lnTo>
                    <a:pt x="983677" y="1259359"/>
                  </a:lnTo>
                  <a:lnTo>
                    <a:pt x="940451" y="1254184"/>
                  </a:lnTo>
                  <a:lnTo>
                    <a:pt x="897749" y="1247010"/>
                  </a:lnTo>
                  <a:lnTo>
                    <a:pt x="855605" y="1237877"/>
                  </a:lnTo>
                  <a:lnTo>
                    <a:pt x="814053" y="1226826"/>
                  </a:lnTo>
                  <a:lnTo>
                    <a:pt x="773129" y="1213897"/>
                  </a:lnTo>
                  <a:lnTo>
                    <a:pt x="732865" y="1199131"/>
                  </a:lnTo>
                  <a:lnTo>
                    <a:pt x="693298" y="1182570"/>
                  </a:lnTo>
                  <a:lnTo>
                    <a:pt x="654462" y="1164252"/>
                  </a:lnTo>
                  <a:lnTo>
                    <a:pt x="616390" y="1144220"/>
                  </a:lnTo>
                  <a:lnTo>
                    <a:pt x="579117" y="1122513"/>
                  </a:lnTo>
                  <a:lnTo>
                    <a:pt x="542679" y="1099173"/>
                  </a:lnTo>
                  <a:lnTo>
                    <a:pt x="507109" y="1074240"/>
                  </a:lnTo>
                  <a:lnTo>
                    <a:pt x="472441" y="1047754"/>
                  </a:lnTo>
                  <a:lnTo>
                    <a:pt x="438711" y="1019757"/>
                  </a:lnTo>
                  <a:lnTo>
                    <a:pt x="405953" y="990288"/>
                  </a:lnTo>
                  <a:lnTo>
                    <a:pt x="374201" y="959390"/>
                  </a:lnTo>
                  <a:lnTo>
                    <a:pt x="343489" y="927101"/>
                  </a:lnTo>
                  <a:lnTo>
                    <a:pt x="313853" y="893464"/>
                  </a:lnTo>
                  <a:lnTo>
                    <a:pt x="285326" y="858518"/>
                  </a:lnTo>
                  <a:lnTo>
                    <a:pt x="257944" y="822304"/>
                  </a:lnTo>
                  <a:lnTo>
                    <a:pt x="231740" y="784863"/>
                  </a:lnTo>
                  <a:lnTo>
                    <a:pt x="206749" y="746235"/>
                  </a:lnTo>
                  <a:lnTo>
                    <a:pt x="183006" y="706462"/>
                  </a:lnTo>
                  <a:lnTo>
                    <a:pt x="160544" y="665583"/>
                  </a:lnTo>
                  <a:lnTo>
                    <a:pt x="139399" y="623640"/>
                  </a:lnTo>
                  <a:lnTo>
                    <a:pt x="119605" y="580673"/>
                  </a:lnTo>
                  <a:lnTo>
                    <a:pt x="101197" y="536723"/>
                  </a:lnTo>
                  <a:lnTo>
                    <a:pt x="84208" y="491830"/>
                  </a:lnTo>
                  <a:lnTo>
                    <a:pt x="68674" y="446035"/>
                  </a:lnTo>
                  <a:lnTo>
                    <a:pt x="54628" y="399379"/>
                  </a:lnTo>
                  <a:lnTo>
                    <a:pt x="42106" y="351902"/>
                  </a:lnTo>
                  <a:lnTo>
                    <a:pt x="31142" y="303645"/>
                  </a:lnTo>
                  <a:lnTo>
                    <a:pt x="21770" y="254649"/>
                  </a:lnTo>
                  <a:lnTo>
                    <a:pt x="14024" y="204954"/>
                  </a:lnTo>
                  <a:lnTo>
                    <a:pt x="7940" y="154601"/>
                  </a:lnTo>
                  <a:lnTo>
                    <a:pt x="3552" y="103630"/>
                  </a:lnTo>
                  <a:lnTo>
                    <a:pt x="893" y="520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07ca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" name="object 35"/>
            <p:cNvSpPr/>
            <p:nvPr/>
          </p:nvSpPr>
          <p:spPr>
            <a:xfrm>
              <a:off x="2143080" y="2110320"/>
              <a:ext cx="1071360" cy="2889000"/>
            </a:xfrm>
            <a:custGeom>
              <a:avLst/>
              <a:gdLst/>
              <a:ahLst/>
              <a:rect l="l" t="t" r="r" b="b"/>
              <a:pathLst>
                <a:path w="1071880" h="2889250">
                  <a:moveTo>
                    <a:pt x="0" y="1357369"/>
                  </a:moveTo>
                  <a:lnTo>
                    <a:pt x="893" y="1409452"/>
                  </a:lnTo>
                  <a:lnTo>
                    <a:pt x="3552" y="1460999"/>
                  </a:lnTo>
                  <a:lnTo>
                    <a:pt x="7940" y="1511969"/>
                  </a:lnTo>
                  <a:lnTo>
                    <a:pt x="14024" y="1562322"/>
                  </a:lnTo>
                  <a:lnTo>
                    <a:pt x="21770" y="1612017"/>
                  </a:lnTo>
                  <a:lnTo>
                    <a:pt x="31142" y="1661013"/>
                  </a:lnTo>
                  <a:lnTo>
                    <a:pt x="42106" y="1709270"/>
                  </a:lnTo>
                  <a:lnTo>
                    <a:pt x="54628" y="1756747"/>
                  </a:lnTo>
                  <a:lnTo>
                    <a:pt x="68673" y="1803403"/>
                  </a:lnTo>
                  <a:lnTo>
                    <a:pt x="84208" y="1849198"/>
                  </a:lnTo>
                  <a:lnTo>
                    <a:pt x="101196" y="1894091"/>
                  </a:lnTo>
                  <a:lnTo>
                    <a:pt x="119605" y="1938041"/>
                  </a:lnTo>
                  <a:lnTo>
                    <a:pt x="139398" y="1981008"/>
                  </a:lnTo>
                  <a:lnTo>
                    <a:pt x="160543" y="2022951"/>
                  </a:lnTo>
                  <a:lnTo>
                    <a:pt x="183005" y="2063830"/>
                  </a:lnTo>
                  <a:lnTo>
                    <a:pt x="206748" y="2103603"/>
                  </a:lnTo>
                  <a:lnTo>
                    <a:pt x="231739" y="2142231"/>
                  </a:lnTo>
                  <a:lnTo>
                    <a:pt x="257942" y="2179672"/>
                  </a:lnTo>
                  <a:lnTo>
                    <a:pt x="285325" y="2215886"/>
                  </a:lnTo>
                  <a:lnTo>
                    <a:pt x="313851" y="2250832"/>
                  </a:lnTo>
                  <a:lnTo>
                    <a:pt x="343487" y="2284469"/>
                  </a:lnTo>
                  <a:lnTo>
                    <a:pt x="374199" y="2316758"/>
                  </a:lnTo>
                  <a:lnTo>
                    <a:pt x="405951" y="2347656"/>
                  </a:lnTo>
                  <a:lnTo>
                    <a:pt x="438709" y="2377125"/>
                  </a:lnTo>
                  <a:lnTo>
                    <a:pt x="472439" y="2405122"/>
                  </a:lnTo>
                  <a:lnTo>
                    <a:pt x="507106" y="2431608"/>
                  </a:lnTo>
                  <a:lnTo>
                    <a:pt x="542676" y="2456541"/>
                  </a:lnTo>
                  <a:lnTo>
                    <a:pt x="579115" y="2479882"/>
                  </a:lnTo>
                  <a:lnTo>
                    <a:pt x="616387" y="2501588"/>
                  </a:lnTo>
                  <a:lnTo>
                    <a:pt x="654459" y="2521621"/>
                  </a:lnTo>
                  <a:lnTo>
                    <a:pt x="693295" y="2539938"/>
                  </a:lnTo>
                  <a:lnTo>
                    <a:pt x="732862" y="2556500"/>
                  </a:lnTo>
                  <a:lnTo>
                    <a:pt x="773126" y="2571266"/>
                  </a:lnTo>
                  <a:lnTo>
                    <a:pt x="814050" y="2584194"/>
                  </a:lnTo>
                  <a:lnTo>
                    <a:pt x="855602" y="2595246"/>
                  </a:lnTo>
                  <a:lnTo>
                    <a:pt x="897746" y="2604379"/>
                  </a:lnTo>
                  <a:lnTo>
                    <a:pt x="940448" y="2611553"/>
                  </a:lnTo>
                  <a:lnTo>
                    <a:pt x="983674" y="2616728"/>
                  </a:lnTo>
                  <a:lnTo>
                    <a:pt x="1027389" y="2619863"/>
                  </a:lnTo>
                  <a:lnTo>
                    <a:pt x="1071559" y="2620917"/>
                  </a:lnTo>
                  <a:lnTo>
                    <a:pt x="1071559" y="2888807"/>
                  </a:lnTo>
                  <a:lnTo>
                    <a:pt x="1027389" y="2887754"/>
                  </a:lnTo>
                  <a:lnTo>
                    <a:pt x="983674" y="2884619"/>
                  </a:lnTo>
                  <a:lnTo>
                    <a:pt x="940448" y="2879444"/>
                  </a:lnTo>
                  <a:lnTo>
                    <a:pt x="897746" y="2872270"/>
                  </a:lnTo>
                  <a:lnTo>
                    <a:pt x="855602" y="2863137"/>
                  </a:lnTo>
                  <a:lnTo>
                    <a:pt x="814050" y="2852085"/>
                  </a:lnTo>
                  <a:lnTo>
                    <a:pt x="773126" y="2839157"/>
                  </a:lnTo>
                  <a:lnTo>
                    <a:pt x="732862" y="2824391"/>
                  </a:lnTo>
                  <a:lnTo>
                    <a:pt x="693295" y="2807829"/>
                  </a:lnTo>
                  <a:lnTo>
                    <a:pt x="654459" y="2789511"/>
                  </a:lnTo>
                  <a:lnTo>
                    <a:pt x="616387" y="2769479"/>
                  </a:lnTo>
                  <a:lnTo>
                    <a:pt x="579115" y="2747772"/>
                  </a:lnTo>
                  <a:lnTo>
                    <a:pt x="542676" y="2724432"/>
                  </a:lnTo>
                  <a:lnTo>
                    <a:pt x="507106" y="2699499"/>
                  </a:lnTo>
                  <a:lnTo>
                    <a:pt x="472439" y="2673013"/>
                  </a:lnTo>
                  <a:lnTo>
                    <a:pt x="438709" y="2645016"/>
                  </a:lnTo>
                  <a:lnTo>
                    <a:pt x="405951" y="2615547"/>
                  </a:lnTo>
                  <a:lnTo>
                    <a:pt x="374199" y="2584648"/>
                  </a:lnTo>
                  <a:lnTo>
                    <a:pt x="343487" y="2552360"/>
                  </a:lnTo>
                  <a:lnTo>
                    <a:pt x="313851" y="2518722"/>
                  </a:lnTo>
                  <a:lnTo>
                    <a:pt x="285325" y="2483776"/>
                  </a:lnTo>
                  <a:lnTo>
                    <a:pt x="257942" y="2447562"/>
                  </a:lnTo>
                  <a:lnTo>
                    <a:pt x="231739" y="2410121"/>
                  </a:lnTo>
                  <a:lnTo>
                    <a:pt x="206748" y="2371494"/>
                  </a:lnTo>
                  <a:lnTo>
                    <a:pt x="183005" y="2331720"/>
                  </a:lnTo>
                  <a:lnTo>
                    <a:pt x="160543" y="2290842"/>
                  </a:lnTo>
                  <a:lnTo>
                    <a:pt x="139398" y="2248899"/>
                  </a:lnTo>
                  <a:lnTo>
                    <a:pt x="119605" y="2205932"/>
                  </a:lnTo>
                  <a:lnTo>
                    <a:pt x="101196" y="2161981"/>
                  </a:lnTo>
                  <a:lnTo>
                    <a:pt x="84208" y="2117088"/>
                  </a:lnTo>
                  <a:lnTo>
                    <a:pt x="68673" y="2071294"/>
                  </a:lnTo>
                  <a:lnTo>
                    <a:pt x="54628" y="2024637"/>
                  </a:lnTo>
                  <a:lnTo>
                    <a:pt x="42106" y="1977161"/>
                  </a:lnTo>
                  <a:lnTo>
                    <a:pt x="31142" y="1928904"/>
                  </a:lnTo>
                  <a:lnTo>
                    <a:pt x="21770" y="1879907"/>
                  </a:lnTo>
                  <a:lnTo>
                    <a:pt x="14024" y="1830212"/>
                  </a:lnTo>
                  <a:lnTo>
                    <a:pt x="7940" y="1779859"/>
                  </a:lnTo>
                  <a:lnTo>
                    <a:pt x="3552" y="1728889"/>
                  </a:lnTo>
                  <a:lnTo>
                    <a:pt x="893" y="1677342"/>
                  </a:lnTo>
                  <a:lnTo>
                    <a:pt x="0" y="1625258"/>
                  </a:lnTo>
                  <a:lnTo>
                    <a:pt x="0" y="1357369"/>
                  </a:lnTo>
                  <a:lnTo>
                    <a:pt x="905" y="1305198"/>
                  </a:lnTo>
                  <a:lnTo>
                    <a:pt x="3600" y="1253476"/>
                  </a:lnTo>
                  <a:lnTo>
                    <a:pt x="8054" y="1202253"/>
                  </a:lnTo>
                  <a:lnTo>
                    <a:pt x="14235" y="1151575"/>
                  </a:lnTo>
                  <a:lnTo>
                    <a:pt x="22111" y="1101490"/>
                  </a:lnTo>
                  <a:lnTo>
                    <a:pt x="31652" y="1052046"/>
                  </a:lnTo>
                  <a:lnTo>
                    <a:pt x="42825" y="1003291"/>
                  </a:lnTo>
                  <a:lnTo>
                    <a:pt x="55601" y="955273"/>
                  </a:lnTo>
                  <a:lnTo>
                    <a:pt x="69946" y="908039"/>
                  </a:lnTo>
                  <a:lnTo>
                    <a:pt x="85830" y="861637"/>
                  </a:lnTo>
                  <a:lnTo>
                    <a:pt x="103221" y="816114"/>
                  </a:lnTo>
                  <a:lnTo>
                    <a:pt x="122089" y="771520"/>
                  </a:lnTo>
                  <a:lnTo>
                    <a:pt x="142401" y="727901"/>
                  </a:lnTo>
                  <a:lnTo>
                    <a:pt x="164126" y="685305"/>
                  </a:lnTo>
                  <a:lnTo>
                    <a:pt x="187233" y="643780"/>
                  </a:lnTo>
                  <a:lnTo>
                    <a:pt x="211690" y="603374"/>
                  </a:lnTo>
                  <a:lnTo>
                    <a:pt x="237467" y="564134"/>
                  </a:lnTo>
                  <a:lnTo>
                    <a:pt x="264531" y="526109"/>
                  </a:lnTo>
                  <a:lnTo>
                    <a:pt x="292851" y="489346"/>
                  </a:lnTo>
                  <a:lnTo>
                    <a:pt x="322397" y="453893"/>
                  </a:lnTo>
                  <a:lnTo>
                    <a:pt x="353135" y="419797"/>
                  </a:lnTo>
                  <a:lnTo>
                    <a:pt x="385036" y="387107"/>
                  </a:lnTo>
                  <a:lnTo>
                    <a:pt x="418068" y="355870"/>
                  </a:lnTo>
                  <a:lnTo>
                    <a:pt x="452199" y="326134"/>
                  </a:lnTo>
                  <a:lnTo>
                    <a:pt x="487398" y="297947"/>
                  </a:lnTo>
                  <a:lnTo>
                    <a:pt x="523633" y="271356"/>
                  </a:lnTo>
                  <a:lnTo>
                    <a:pt x="560874" y="246410"/>
                  </a:lnTo>
                  <a:lnTo>
                    <a:pt x="599088" y="223156"/>
                  </a:lnTo>
                  <a:lnTo>
                    <a:pt x="638245" y="201642"/>
                  </a:lnTo>
                  <a:lnTo>
                    <a:pt x="678312" y="181915"/>
                  </a:lnTo>
                  <a:lnTo>
                    <a:pt x="719260" y="164024"/>
                  </a:lnTo>
                  <a:lnTo>
                    <a:pt x="761055" y="148016"/>
                  </a:lnTo>
                  <a:lnTo>
                    <a:pt x="803668" y="133939"/>
                  </a:lnTo>
                  <a:lnTo>
                    <a:pt x="803668" y="0"/>
                  </a:lnTo>
                  <a:lnTo>
                    <a:pt x="1071559" y="227759"/>
                  </a:lnTo>
                  <a:lnTo>
                    <a:pt x="803668" y="535779"/>
                  </a:lnTo>
                  <a:lnTo>
                    <a:pt x="803668" y="401829"/>
                  </a:lnTo>
                  <a:lnTo>
                    <a:pt x="760811" y="415996"/>
                  </a:lnTo>
                  <a:lnTo>
                    <a:pt x="718753" y="432131"/>
                  </a:lnTo>
                  <a:lnTo>
                    <a:pt x="677528" y="450189"/>
                  </a:lnTo>
                  <a:lnTo>
                    <a:pt x="637171" y="470121"/>
                  </a:lnTo>
                  <a:lnTo>
                    <a:pt x="597717" y="491880"/>
                  </a:lnTo>
                  <a:lnTo>
                    <a:pt x="559200" y="515419"/>
                  </a:lnTo>
                  <a:lnTo>
                    <a:pt x="521654" y="540691"/>
                  </a:lnTo>
                  <a:lnTo>
                    <a:pt x="485116" y="567648"/>
                  </a:lnTo>
                  <a:lnTo>
                    <a:pt x="449618" y="596243"/>
                  </a:lnTo>
                  <a:lnTo>
                    <a:pt x="415196" y="626429"/>
                  </a:lnTo>
                  <a:lnTo>
                    <a:pt x="381885" y="658158"/>
                  </a:lnTo>
                  <a:lnTo>
                    <a:pt x="349719" y="691383"/>
                  </a:lnTo>
                  <a:lnTo>
                    <a:pt x="318733" y="726057"/>
                  </a:lnTo>
                  <a:lnTo>
                    <a:pt x="288960" y="762132"/>
                  </a:lnTo>
                  <a:lnTo>
                    <a:pt x="260437" y="799561"/>
                  </a:lnTo>
                  <a:lnTo>
                    <a:pt x="233198" y="838297"/>
                  </a:lnTo>
                  <a:lnTo>
                    <a:pt x="207277" y="878293"/>
                  </a:lnTo>
                  <a:lnTo>
                    <a:pt x="182709" y="919500"/>
                  </a:lnTo>
                  <a:lnTo>
                    <a:pt x="159528" y="961872"/>
                  </a:lnTo>
                  <a:lnTo>
                    <a:pt x="137770" y="1005362"/>
                  </a:lnTo>
                  <a:lnTo>
                    <a:pt x="117468" y="1049922"/>
                  </a:lnTo>
                  <a:lnTo>
                    <a:pt x="98658" y="1095505"/>
                  </a:lnTo>
                  <a:lnTo>
                    <a:pt x="81374" y="1142063"/>
                  </a:lnTo>
                  <a:lnTo>
                    <a:pt x="65651" y="1189549"/>
                  </a:lnTo>
                  <a:lnTo>
                    <a:pt x="51524" y="1237916"/>
                  </a:lnTo>
                  <a:lnTo>
                    <a:pt x="39026" y="1287117"/>
                  </a:lnTo>
                  <a:lnTo>
                    <a:pt x="28193" y="1337104"/>
                  </a:lnTo>
                  <a:lnTo>
                    <a:pt x="19060" y="1387829"/>
                  </a:lnTo>
                  <a:lnTo>
                    <a:pt x="11660" y="1439247"/>
                  </a:lnTo>
                  <a:lnTo>
                    <a:pt x="6029" y="1491308"/>
                  </a:lnTo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0" name="object 36"/>
          <p:cNvSpPr/>
          <p:nvPr/>
        </p:nvSpPr>
        <p:spPr>
          <a:xfrm>
            <a:off x="928800" y="3284640"/>
            <a:ext cx="999720" cy="351360"/>
          </a:xfrm>
          <a:prstGeom prst="rect">
            <a:avLst/>
          </a:prstGeom>
          <a:solidFill>
            <a:srgbClr val="6095c9"/>
          </a:solidFill>
          <a:ln w="25399">
            <a:solidFill>
              <a:srgbClr val="4771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76680" bIns="0" anchor="t">
            <a:spAutoFit/>
          </a:bodyPr>
          <a:p>
            <a:pPr marL="113040">
              <a:lnSpc>
                <a:spcPct val="100000"/>
              </a:lnSpc>
              <a:spcBef>
                <a:spcPts val="604"/>
              </a:spcBef>
            </a:pPr>
            <a:r>
              <a:rPr b="0" lang="en-US" sz="1800" spc="-7" strike="noStrike">
                <a:solidFill>
                  <a:srgbClr val="ffffff"/>
                </a:solidFill>
                <a:latin typeface="Calibri"/>
                <a:ea typeface="MS PGothic"/>
              </a:rPr>
              <a:t>Artefato</a:t>
            </a: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11640" y="-202680"/>
            <a:ext cx="540612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MS PGothic"/>
              </a:rPr>
              <a:t>O que </a:t>
            </a: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são</a:t>
            </a:r>
            <a:r>
              <a:rPr b="0" lang="en-US" sz="3600" spc="-55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repositórios?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object 12"/>
          <p:cNvSpPr/>
          <p:nvPr/>
        </p:nvSpPr>
        <p:spPr>
          <a:xfrm>
            <a:off x="221760" y="1217880"/>
            <a:ext cx="5075280" cy="42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355680" indent="-34308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Repositórios</a:t>
            </a:r>
            <a:endParaRPr b="0" lang="pt-BR" sz="2600" spc="-1" strike="noStrike">
              <a:latin typeface="Arial"/>
            </a:endParaRPr>
          </a:p>
          <a:p>
            <a:pPr lvl="1" marL="749160" indent="-279360">
              <a:lnSpc>
                <a:spcPts val="3331"/>
              </a:lnSpc>
              <a:spcBef>
                <a:spcPts val="771"/>
              </a:spcBef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MS PGothic"/>
              </a:rPr>
              <a:t>Lugar 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seguro onde versões</a:t>
            </a:r>
            <a:r>
              <a:rPr b="0" lang="en-US" sz="2600" spc="-3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MS PGothic"/>
              </a:rPr>
              <a:t>de  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artefatos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MS PGothic"/>
              </a:rPr>
              <a:t>são 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depositadas</a:t>
            </a:r>
            <a:endParaRPr b="0" lang="pt-BR" sz="2600" spc="-1" strike="noStrike">
              <a:latin typeface="Arial"/>
            </a:endParaRPr>
          </a:p>
          <a:p>
            <a:pPr lvl="1" marL="749160" indent="-279360">
              <a:lnSpc>
                <a:spcPts val="3331"/>
              </a:lnSpc>
              <a:spcBef>
                <a:spcPts val="740"/>
              </a:spcBef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Permitem armazenamento, 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MS PGothic"/>
              </a:rPr>
              <a:t>busca e</a:t>
            </a:r>
            <a:r>
              <a:rPr b="0" lang="en-US" sz="2600" spc="-1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recuperação</a:t>
            </a:r>
            <a:endParaRPr b="0" lang="pt-BR" sz="2600" spc="-1" strike="noStrike">
              <a:latin typeface="Arial"/>
            </a:endParaRPr>
          </a:p>
          <a:p>
            <a:pPr lvl="1" marL="749160" indent="-279360">
              <a:lnSpc>
                <a:spcPts val="3331"/>
              </a:lnSpc>
              <a:spcBef>
                <a:spcPts val="740"/>
              </a:spcBef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Servem como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MS PGothic"/>
              </a:rPr>
              <a:t>um 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ponto</a:t>
            </a:r>
            <a:r>
              <a:rPr b="0" lang="en-US" sz="2600" spc="-35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MS PGothic"/>
              </a:rPr>
              <a:t>de  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referência</a:t>
            </a:r>
            <a:endParaRPr b="0" lang="pt-BR" sz="2600" spc="-1" strike="noStrike">
              <a:latin typeface="Arial"/>
            </a:endParaRPr>
          </a:p>
          <a:p>
            <a:pPr lvl="1" marL="749160" indent="-279360">
              <a:lnSpc>
                <a:spcPts val="3331"/>
              </a:lnSpc>
              <a:spcBef>
                <a:spcPts val="740"/>
              </a:spcBef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Apóiam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MS PGothic"/>
              </a:rPr>
              <a:t>no 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aumento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MS PGothic"/>
              </a:rPr>
              <a:t>da  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memória</a:t>
            </a:r>
            <a:r>
              <a:rPr b="0" lang="en-US" sz="2600" spc="-46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organizacional</a:t>
            </a:r>
            <a:endParaRPr b="0" lang="pt-BR" sz="2600" spc="-1" strike="noStrike">
              <a:latin typeface="Arial"/>
            </a:endParaRPr>
          </a:p>
        </p:txBody>
      </p:sp>
      <p:sp>
        <p:nvSpPr>
          <p:cNvPr id="123" name="object 13"/>
          <p:cNvSpPr/>
          <p:nvPr/>
        </p:nvSpPr>
        <p:spPr>
          <a:xfrm>
            <a:off x="5572080" y="2571840"/>
            <a:ext cx="3466800" cy="25840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39640" y="-114480"/>
            <a:ext cx="587844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Gerência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MS PGothic"/>
              </a:rPr>
              <a:t>de</a:t>
            </a:r>
            <a:r>
              <a:rPr b="0" lang="en-US" sz="3600" spc="-21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Conﬁguração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object 12"/>
          <p:cNvSpPr/>
          <p:nvPr/>
        </p:nvSpPr>
        <p:spPr>
          <a:xfrm>
            <a:off x="245520" y="4089600"/>
            <a:ext cx="2391840" cy="956520"/>
          </a:xfrm>
          <a:custGeom>
            <a:avLst/>
            <a:gdLst/>
            <a:ahLst/>
            <a:rect l="l" t="t" r="r" b="b"/>
            <a:pathLst>
              <a:path w="2392045" h="956945">
                <a:moveTo>
                  <a:pt x="1913515" y="0"/>
                </a:moveTo>
                <a:lnTo>
                  <a:pt x="0" y="0"/>
                </a:lnTo>
                <a:lnTo>
                  <a:pt x="478379" y="478383"/>
                </a:lnTo>
                <a:lnTo>
                  <a:pt x="0" y="956754"/>
                </a:lnTo>
                <a:lnTo>
                  <a:pt x="1913515" y="956754"/>
                </a:lnTo>
                <a:lnTo>
                  <a:pt x="2391898" y="478383"/>
                </a:lnTo>
                <a:lnTo>
                  <a:pt x="1913515" y="0"/>
                </a:lnTo>
                <a:close/>
              </a:path>
            </a:pathLst>
          </a:custGeom>
          <a:solidFill>
            <a:srgbClr val="6095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object 13"/>
          <p:cNvSpPr/>
          <p:nvPr/>
        </p:nvSpPr>
        <p:spPr>
          <a:xfrm>
            <a:off x="775800" y="4431600"/>
            <a:ext cx="13780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400" spc="-7" strike="noStrike">
                <a:solidFill>
                  <a:srgbClr val="ffffff"/>
                </a:solidFill>
                <a:latin typeface="Calibri"/>
                <a:ea typeface="MS PGothic"/>
              </a:rPr>
              <a:t>Desenvolvimento</a:t>
            </a:r>
            <a:endParaRPr b="0" lang="pt-BR" sz="1400" spc="-1" strike="noStrike">
              <a:latin typeface="Arial"/>
            </a:endParaRPr>
          </a:p>
        </p:txBody>
      </p:sp>
      <p:grpSp>
        <p:nvGrpSpPr>
          <p:cNvPr id="127" name="object 14"/>
          <p:cNvGrpSpPr/>
          <p:nvPr/>
        </p:nvGrpSpPr>
        <p:grpSpPr>
          <a:xfrm>
            <a:off x="2398320" y="4089600"/>
            <a:ext cx="2391840" cy="956520"/>
            <a:chOff x="2398320" y="4089600"/>
            <a:chExt cx="2391840" cy="956520"/>
          </a:xfrm>
        </p:grpSpPr>
        <p:sp>
          <p:nvSpPr>
            <p:cNvPr id="128" name="object 15"/>
            <p:cNvSpPr/>
            <p:nvPr/>
          </p:nvSpPr>
          <p:spPr>
            <a:xfrm>
              <a:off x="2398320" y="4089600"/>
              <a:ext cx="2391840" cy="956520"/>
            </a:xfrm>
            <a:custGeom>
              <a:avLst/>
              <a:gdLst/>
              <a:ahLst/>
              <a:rect l="l" t="t" r="r" b="b"/>
              <a:pathLst>
                <a:path w="2392045" h="956945">
                  <a:moveTo>
                    <a:pt x="1913521" y="0"/>
                  </a:moveTo>
                  <a:lnTo>
                    <a:pt x="0" y="0"/>
                  </a:lnTo>
                  <a:lnTo>
                    <a:pt x="478383" y="478383"/>
                  </a:lnTo>
                  <a:lnTo>
                    <a:pt x="0" y="956754"/>
                  </a:lnTo>
                  <a:lnTo>
                    <a:pt x="1913521" y="956754"/>
                  </a:lnTo>
                  <a:lnTo>
                    <a:pt x="2391905" y="478383"/>
                  </a:lnTo>
                  <a:lnTo>
                    <a:pt x="1913521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object 16"/>
            <p:cNvSpPr/>
            <p:nvPr/>
          </p:nvSpPr>
          <p:spPr>
            <a:xfrm>
              <a:off x="2398320" y="4089600"/>
              <a:ext cx="2391840" cy="956520"/>
            </a:xfrm>
            <a:custGeom>
              <a:avLst/>
              <a:gdLst/>
              <a:ahLst/>
              <a:rect l="l" t="t" r="r" b="b"/>
              <a:pathLst>
                <a:path w="2392045" h="956945">
                  <a:moveTo>
                    <a:pt x="0" y="0"/>
                  </a:moveTo>
                  <a:lnTo>
                    <a:pt x="1913518" y="0"/>
                  </a:lnTo>
                  <a:lnTo>
                    <a:pt x="2391898" y="478379"/>
                  </a:lnTo>
                  <a:lnTo>
                    <a:pt x="1913518" y="956759"/>
                  </a:lnTo>
                  <a:lnTo>
                    <a:pt x="0" y="956759"/>
                  </a:lnTo>
                  <a:lnTo>
                    <a:pt x="478379" y="47837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399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0" name="object 17"/>
          <p:cNvSpPr/>
          <p:nvPr/>
        </p:nvSpPr>
        <p:spPr>
          <a:xfrm>
            <a:off x="3230640" y="4437000"/>
            <a:ext cx="9090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400" spc="-7" strike="noStrike">
                <a:solidFill>
                  <a:srgbClr val="ffffff"/>
                </a:solidFill>
                <a:latin typeface="Calibri"/>
                <a:ea typeface="MS PGothic"/>
              </a:rPr>
              <a:t>Liberação</a:t>
            </a:r>
            <a:endParaRPr b="0" lang="pt-BR" sz="1400" spc="-1" strike="noStrike">
              <a:latin typeface="Arial"/>
            </a:endParaRPr>
          </a:p>
        </p:txBody>
      </p:sp>
      <p:grpSp>
        <p:nvGrpSpPr>
          <p:cNvPr id="131" name="object 18"/>
          <p:cNvGrpSpPr/>
          <p:nvPr/>
        </p:nvGrpSpPr>
        <p:grpSpPr>
          <a:xfrm>
            <a:off x="4551120" y="4089600"/>
            <a:ext cx="2391840" cy="956520"/>
            <a:chOff x="4551120" y="4089600"/>
            <a:chExt cx="2391840" cy="956520"/>
          </a:xfrm>
        </p:grpSpPr>
        <p:sp>
          <p:nvSpPr>
            <p:cNvPr id="132" name="object 19"/>
            <p:cNvSpPr/>
            <p:nvPr/>
          </p:nvSpPr>
          <p:spPr>
            <a:xfrm>
              <a:off x="4551120" y="4089600"/>
              <a:ext cx="2391840" cy="956520"/>
            </a:xfrm>
            <a:custGeom>
              <a:avLst/>
              <a:gdLst/>
              <a:ahLst/>
              <a:rect l="l" t="t" r="r" b="b"/>
              <a:pathLst>
                <a:path w="2392045" h="956945">
                  <a:moveTo>
                    <a:pt x="1913521" y="0"/>
                  </a:moveTo>
                  <a:lnTo>
                    <a:pt x="0" y="0"/>
                  </a:lnTo>
                  <a:lnTo>
                    <a:pt x="478383" y="478383"/>
                  </a:lnTo>
                  <a:lnTo>
                    <a:pt x="0" y="956754"/>
                  </a:lnTo>
                  <a:lnTo>
                    <a:pt x="1913521" y="956754"/>
                  </a:lnTo>
                  <a:lnTo>
                    <a:pt x="2391892" y="478383"/>
                  </a:lnTo>
                  <a:lnTo>
                    <a:pt x="1913521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object 20"/>
            <p:cNvSpPr/>
            <p:nvPr/>
          </p:nvSpPr>
          <p:spPr>
            <a:xfrm>
              <a:off x="4551120" y="4089600"/>
              <a:ext cx="2391840" cy="956520"/>
            </a:xfrm>
            <a:custGeom>
              <a:avLst/>
              <a:gdLst/>
              <a:ahLst/>
              <a:rect l="l" t="t" r="r" b="b"/>
              <a:pathLst>
                <a:path w="2392045" h="956945">
                  <a:moveTo>
                    <a:pt x="0" y="0"/>
                  </a:moveTo>
                  <a:lnTo>
                    <a:pt x="1913518" y="0"/>
                  </a:lnTo>
                  <a:lnTo>
                    <a:pt x="2391898" y="478379"/>
                  </a:lnTo>
                  <a:lnTo>
                    <a:pt x="1913518" y="956759"/>
                  </a:lnTo>
                  <a:lnTo>
                    <a:pt x="0" y="956759"/>
                  </a:lnTo>
                  <a:lnTo>
                    <a:pt x="478379" y="47837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399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" name="object 21"/>
          <p:cNvSpPr/>
          <p:nvPr/>
        </p:nvSpPr>
        <p:spPr>
          <a:xfrm>
            <a:off x="5276160" y="4431600"/>
            <a:ext cx="9882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400" spc="-7" strike="noStrike">
                <a:solidFill>
                  <a:srgbClr val="ffffff"/>
                </a:solidFill>
                <a:latin typeface="Calibri"/>
                <a:ea typeface="MS PGothic"/>
              </a:rPr>
              <a:t>Implantação</a:t>
            </a:r>
            <a:endParaRPr b="0" lang="pt-BR" sz="1400" spc="-1" strike="noStrike">
              <a:latin typeface="Arial"/>
            </a:endParaRPr>
          </a:p>
        </p:txBody>
      </p:sp>
      <p:grpSp>
        <p:nvGrpSpPr>
          <p:cNvPr id="135" name="object 22"/>
          <p:cNvGrpSpPr/>
          <p:nvPr/>
        </p:nvGrpSpPr>
        <p:grpSpPr>
          <a:xfrm>
            <a:off x="6703920" y="4089600"/>
            <a:ext cx="2391840" cy="956520"/>
            <a:chOff x="6703920" y="4089600"/>
            <a:chExt cx="2391840" cy="956520"/>
          </a:xfrm>
        </p:grpSpPr>
        <p:sp>
          <p:nvSpPr>
            <p:cNvPr id="136" name="object 23"/>
            <p:cNvSpPr/>
            <p:nvPr/>
          </p:nvSpPr>
          <p:spPr>
            <a:xfrm>
              <a:off x="6703920" y="4089600"/>
              <a:ext cx="2391840" cy="956520"/>
            </a:xfrm>
            <a:custGeom>
              <a:avLst/>
              <a:gdLst/>
              <a:ahLst/>
              <a:rect l="l" t="t" r="r" b="b"/>
              <a:pathLst>
                <a:path w="2392045" h="956945">
                  <a:moveTo>
                    <a:pt x="1913509" y="0"/>
                  </a:moveTo>
                  <a:lnTo>
                    <a:pt x="0" y="0"/>
                  </a:lnTo>
                  <a:lnTo>
                    <a:pt x="478370" y="478383"/>
                  </a:lnTo>
                  <a:lnTo>
                    <a:pt x="0" y="956754"/>
                  </a:lnTo>
                  <a:lnTo>
                    <a:pt x="1913509" y="956754"/>
                  </a:lnTo>
                  <a:lnTo>
                    <a:pt x="2391892" y="478383"/>
                  </a:lnTo>
                  <a:lnTo>
                    <a:pt x="1913509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" name="object 24"/>
            <p:cNvSpPr/>
            <p:nvPr/>
          </p:nvSpPr>
          <p:spPr>
            <a:xfrm>
              <a:off x="6703920" y="4089600"/>
              <a:ext cx="2391840" cy="956520"/>
            </a:xfrm>
            <a:custGeom>
              <a:avLst/>
              <a:gdLst/>
              <a:ahLst/>
              <a:rect l="l" t="t" r="r" b="b"/>
              <a:pathLst>
                <a:path w="2392045" h="956945">
                  <a:moveTo>
                    <a:pt x="0" y="0"/>
                  </a:moveTo>
                  <a:lnTo>
                    <a:pt x="1913518" y="0"/>
                  </a:lnTo>
                  <a:lnTo>
                    <a:pt x="2391898" y="478379"/>
                  </a:lnTo>
                  <a:lnTo>
                    <a:pt x="1913518" y="956759"/>
                  </a:lnTo>
                  <a:lnTo>
                    <a:pt x="0" y="956759"/>
                  </a:lnTo>
                  <a:lnTo>
                    <a:pt x="478379" y="47837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399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8" name="object 25"/>
          <p:cNvSpPr/>
          <p:nvPr/>
        </p:nvSpPr>
        <p:spPr>
          <a:xfrm>
            <a:off x="7541280" y="4437000"/>
            <a:ext cx="99072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400" spc="-7" strike="noStrike">
                <a:solidFill>
                  <a:srgbClr val="ffffff"/>
                </a:solidFill>
                <a:latin typeface="Calibri"/>
                <a:ea typeface="MS PGothic"/>
              </a:rPr>
              <a:t>Produção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39" name="object 26"/>
          <p:cNvSpPr/>
          <p:nvPr/>
        </p:nvSpPr>
        <p:spPr>
          <a:xfrm>
            <a:off x="312840" y="5175360"/>
            <a:ext cx="8643600" cy="3693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object 27"/>
          <p:cNvSpPr/>
          <p:nvPr/>
        </p:nvSpPr>
        <p:spPr>
          <a:xfrm>
            <a:off x="391680" y="5157360"/>
            <a:ext cx="381996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7" strike="noStrike">
                <a:solidFill>
                  <a:srgbClr val="ffffff"/>
                </a:solidFill>
                <a:latin typeface="Calibri"/>
                <a:ea typeface="MS PGothic"/>
              </a:rPr>
              <a:t>Gerência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MS PGothic"/>
              </a:rPr>
              <a:t>de</a:t>
            </a:r>
            <a:r>
              <a:rPr b="0" lang="en-US" sz="1800" spc="-21" strike="noStrike">
                <a:solidFill>
                  <a:srgbClr val="ffffff"/>
                </a:solidFill>
                <a:latin typeface="Calibri"/>
                <a:ea typeface="MS PGothic"/>
              </a:rPr>
              <a:t> </a:t>
            </a:r>
            <a:r>
              <a:rPr b="0" lang="en-US" sz="1800" spc="-7" strike="noStrike">
                <a:solidFill>
                  <a:srgbClr val="ffffff"/>
                </a:solidFill>
                <a:latin typeface="Calibri"/>
                <a:ea typeface="MS PGothic"/>
              </a:rPr>
              <a:t>Conﬁguração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41" name="object 28"/>
          <p:cNvSpPr/>
          <p:nvPr/>
        </p:nvSpPr>
        <p:spPr>
          <a:xfrm>
            <a:off x="835920" y="1484640"/>
            <a:ext cx="7408080" cy="14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3120" bIns="0" anchor="t">
            <a:spAutoFit/>
          </a:bodyPr>
          <a:p>
            <a:pPr marL="355680" indent="-343080">
              <a:lnSpc>
                <a:spcPts val="3801"/>
              </a:lnSpc>
              <a:spcBef>
                <a:spcPts val="261"/>
              </a:spcBef>
              <a:tabLst>
                <a:tab algn="l" pos="0"/>
              </a:tabLst>
            </a:pPr>
            <a:r>
              <a:rPr b="0" lang="en-US" sz="3200" spc="-7" strike="noStrike">
                <a:solidFill>
                  <a:srgbClr val="000000"/>
                </a:solidFill>
                <a:latin typeface="Calibri"/>
                <a:ea typeface="MS PGothic"/>
              </a:rPr>
              <a:t>Gerência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S PGothic"/>
              </a:rPr>
              <a:t>de </a:t>
            </a:r>
            <a:r>
              <a:rPr b="0" lang="en-US" sz="3200" spc="-7" strike="noStrike">
                <a:solidFill>
                  <a:srgbClr val="000000"/>
                </a:solidFill>
                <a:latin typeface="Calibri"/>
                <a:ea typeface="MS PGothic"/>
              </a:rPr>
              <a:t>conﬁguração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S PGothic"/>
              </a:rPr>
              <a:t>de </a:t>
            </a:r>
            <a:r>
              <a:rPr b="0" lang="en-US" sz="3200" spc="29" strike="noStrike">
                <a:solidFill>
                  <a:srgbClr val="000000"/>
                </a:solidFill>
                <a:latin typeface="Calibri"/>
                <a:ea typeface="MS PGothic"/>
              </a:rPr>
              <a:t>so</a:t>
            </a:r>
            <a:r>
              <a:rPr b="0" lang="x-none" sz="3200" spc="29" strike="noStrike">
                <a:solidFill>
                  <a:srgbClr val="000000"/>
                </a:solidFill>
                <a:latin typeface="Calibri"/>
                <a:ea typeface="MS PGothic"/>
              </a:rPr>
              <a:t>ft</a:t>
            </a:r>
            <a:r>
              <a:rPr b="0" lang="en-US" sz="3200" spc="29" strike="noStrike">
                <a:solidFill>
                  <a:srgbClr val="000000"/>
                </a:solidFill>
                <a:latin typeface="Calibri"/>
                <a:ea typeface="MS PGothic"/>
              </a:rPr>
              <a:t>ware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S PGothic"/>
              </a:rPr>
              <a:t>é </a:t>
            </a:r>
            <a:r>
              <a:rPr b="0" lang="en-US" sz="3200" spc="-7" strike="noStrike">
                <a:solidFill>
                  <a:srgbClr val="000000"/>
                </a:solidFill>
                <a:latin typeface="Calibri"/>
                <a:ea typeface="MS PGothic"/>
              </a:rPr>
              <a:t>uma  </a:t>
            </a:r>
            <a:r>
              <a:rPr b="1" lang="en-US" sz="3200" spc="-7" strike="noStrike">
                <a:solidFill>
                  <a:srgbClr val="4f81bd"/>
                </a:solidFill>
                <a:latin typeface="Calibri"/>
                <a:ea typeface="MS PGothic"/>
              </a:rPr>
              <a:t>disciplina </a:t>
            </a:r>
            <a:r>
              <a:rPr b="0" lang="en-US" sz="3200" spc="-7" strike="noStrike">
                <a:solidFill>
                  <a:srgbClr val="000000"/>
                </a:solidFill>
                <a:latin typeface="Calibri"/>
                <a:ea typeface="MS PGothic"/>
              </a:rPr>
              <a:t>para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S PGothic"/>
              </a:rPr>
              <a:t>o </a:t>
            </a:r>
            <a:r>
              <a:rPr b="1" lang="en-US" sz="3200" spc="-7" strike="noStrike">
                <a:solidFill>
                  <a:srgbClr val="4f81bd"/>
                </a:solidFill>
                <a:latin typeface="Calibri"/>
                <a:ea typeface="MS PGothic"/>
              </a:rPr>
              <a:t>controle da evolução de  sistemas </a:t>
            </a:r>
            <a:r>
              <a:rPr b="1" lang="en-US" sz="3200" spc="-1" strike="noStrike">
                <a:solidFill>
                  <a:srgbClr val="4f81bd"/>
                </a:solidFill>
                <a:latin typeface="Calibri"/>
                <a:ea typeface="MS PGothic"/>
              </a:rPr>
              <a:t>de </a:t>
            </a:r>
            <a:r>
              <a:rPr b="1" lang="en-US" sz="3200" spc="52" strike="noStrike">
                <a:solidFill>
                  <a:srgbClr val="4f81bd"/>
                </a:solidFill>
                <a:latin typeface="Calibri"/>
                <a:ea typeface="MS PGothic"/>
              </a:rPr>
              <a:t>so</a:t>
            </a:r>
            <a:r>
              <a:rPr b="1" lang="x-none" sz="3200" spc="52" strike="noStrike">
                <a:solidFill>
                  <a:srgbClr val="4f81bd"/>
                </a:solidFill>
                <a:latin typeface="Calibri"/>
                <a:ea typeface="MS PGothic"/>
              </a:rPr>
              <a:t>ft</a:t>
            </a:r>
            <a:r>
              <a:rPr b="1" lang="en-US" sz="3200" spc="52" strike="noStrike">
                <a:solidFill>
                  <a:srgbClr val="4f81bd"/>
                </a:solidFill>
                <a:latin typeface="Calibri"/>
                <a:ea typeface="MS PGothic"/>
              </a:rPr>
              <a:t>ware </a:t>
            </a:r>
            <a:r>
              <a:rPr b="0" lang="en-US" sz="3200" spc="-7" strike="noStrike">
                <a:solidFill>
                  <a:srgbClr val="000000"/>
                </a:solidFill>
                <a:latin typeface="Calibri"/>
                <a:ea typeface="MS PGothic"/>
              </a:rPr>
              <a:t>(Susan Dart,</a:t>
            </a:r>
            <a:r>
              <a:rPr b="0" lang="en-US" sz="3200" spc="-86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3200" spc="-7" strike="noStrike">
                <a:solidFill>
                  <a:srgbClr val="000000"/>
                </a:solidFill>
                <a:latin typeface="Calibri"/>
                <a:ea typeface="MS PGothic"/>
              </a:rPr>
              <a:t>1991)</a:t>
            </a:r>
            <a:endParaRPr b="0" lang="pt-BR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3546360" y="-114480"/>
            <a:ext cx="205632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Histórico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object 12"/>
          <p:cNvSpPr/>
          <p:nvPr/>
        </p:nvSpPr>
        <p:spPr>
          <a:xfrm>
            <a:off x="581760" y="1124640"/>
            <a:ext cx="7662240" cy="38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8920" bIns="0" anchor="t">
            <a:spAutoFit/>
          </a:bodyPr>
          <a:p>
            <a:pPr marL="355680" indent="-3430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MS PGothic"/>
              </a:rPr>
              <a:t>Anos</a:t>
            </a:r>
            <a:r>
              <a:rPr b="0" lang="en-US" sz="2600" spc="-100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50</a:t>
            </a:r>
            <a:endParaRPr b="0" lang="pt-BR" sz="2600" spc="-1" strike="noStrike">
              <a:latin typeface="Arial"/>
            </a:endParaRPr>
          </a:p>
          <a:p>
            <a:pPr lvl="1" marL="755640" indent="-285840">
              <a:lnSpc>
                <a:spcPct val="100000"/>
              </a:lnSpc>
              <a:spcBef>
                <a:spcPts val="505"/>
              </a:spcBef>
              <a:buClr>
                <a:srgbClr val="000000"/>
              </a:buClr>
              <a:buFont typeface="Arial"/>
              <a:buChar char="–"/>
              <a:tabLst>
                <a:tab algn="l" pos="754920"/>
                <a:tab algn="l" pos="75564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GC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para produção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de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aviões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de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guerra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naves</a:t>
            </a:r>
            <a:r>
              <a:rPr b="0" lang="en-US" sz="2200" spc="63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espaciais</a:t>
            </a:r>
            <a:endParaRPr b="0" lang="pt-BR" sz="22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MS PGothic"/>
              </a:rPr>
              <a:t>Anos 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60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MS PGothic"/>
              </a:rPr>
              <a:t>e 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70</a:t>
            </a:r>
            <a:endParaRPr b="0" lang="pt-BR" sz="2600" spc="-1" strike="noStrike">
              <a:latin typeface="Arial"/>
            </a:endParaRPr>
          </a:p>
          <a:p>
            <a:pPr lvl="1" marL="755640" indent="-285840">
              <a:lnSpc>
                <a:spcPct val="100000"/>
              </a:lnSpc>
              <a:spcBef>
                <a:spcPts val="581"/>
              </a:spcBef>
              <a:buClr>
                <a:srgbClr val="000000"/>
              </a:buClr>
              <a:buFont typeface="Arial"/>
              <a:buChar char="–"/>
              <a:tabLst>
                <a:tab algn="l" pos="754920"/>
                <a:tab algn="l" pos="75564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Surgimento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de GCS (S =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MS PGothic"/>
              </a:rPr>
              <a:t>So</a:t>
            </a:r>
            <a:r>
              <a:rPr b="0" lang="x-none" sz="2200" spc="12" strike="noStrike">
                <a:solidFill>
                  <a:srgbClr val="000000"/>
                </a:solidFill>
                <a:latin typeface="Calibri"/>
                <a:ea typeface="MS PGothic"/>
              </a:rPr>
              <a:t>ftware)</a:t>
            </a:r>
            <a:endParaRPr b="0" lang="pt-BR" sz="2200" spc="-1" strike="noStrike">
              <a:latin typeface="Arial"/>
            </a:endParaRPr>
          </a:p>
          <a:p>
            <a:pPr lvl="1" marL="7556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754920"/>
                <a:tab algn="l" pos="755640"/>
              </a:tabLst>
            </a:pPr>
            <a:r>
              <a:rPr b="0" lang="x-none" sz="2200" spc="-7" strike="noStrike">
                <a:solidFill>
                  <a:srgbClr val="000000"/>
                </a:solidFill>
                <a:latin typeface="Calibri"/>
                <a:ea typeface="MS PGothic"/>
              </a:rPr>
              <a:t>Foco </a:t>
            </a:r>
            <a:r>
              <a:rPr b="0" lang="x-none" sz="2200" spc="-1" strike="noStrike">
                <a:solidFill>
                  <a:srgbClr val="000000"/>
                </a:solidFill>
                <a:latin typeface="Calibri"/>
                <a:ea typeface="MS PGothic"/>
              </a:rPr>
              <a:t>ainda em </a:t>
            </a:r>
            <a:r>
              <a:rPr b="0" lang="x-none" sz="2200" spc="-7" strike="noStrike">
                <a:solidFill>
                  <a:srgbClr val="000000"/>
                </a:solidFill>
                <a:latin typeface="Calibri"/>
                <a:ea typeface="MS PGothic"/>
              </a:rPr>
              <a:t>aplicações militares </a:t>
            </a:r>
            <a:r>
              <a:rPr b="0" lang="x-none" sz="2200" spc="-1" strike="noStrike">
                <a:solidFill>
                  <a:srgbClr val="000000"/>
                </a:solidFill>
                <a:latin typeface="Calibri"/>
                <a:ea typeface="MS PGothic"/>
              </a:rPr>
              <a:t>e</a:t>
            </a:r>
            <a:r>
              <a:rPr b="0" lang="x-none" sz="2200" spc="24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x-none" sz="2200" spc="-7" strike="noStrike">
                <a:solidFill>
                  <a:srgbClr val="000000"/>
                </a:solidFill>
                <a:latin typeface="Calibri"/>
                <a:ea typeface="MS PGothic"/>
              </a:rPr>
              <a:t>aeroespaciais</a:t>
            </a:r>
            <a:endParaRPr b="0" lang="pt-BR" sz="22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MS PGothic"/>
              </a:rPr>
              <a:t>Anos 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80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MS PGothic"/>
              </a:rPr>
              <a:t>e 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90</a:t>
            </a:r>
            <a:endParaRPr b="0" lang="pt-BR" sz="2600" spc="-1" strike="noStrike">
              <a:latin typeface="Arial"/>
            </a:endParaRPr>
          </a:p>
          <a:p>
            <a:pPr lvl="1" marL="755640" indent="-285840">
              <a:lnSpc>
                <a:spcPct val="100000"/>
              </a:lnSpc>
              <a:spcBef>
                <a:spcPts val="581"/>
              </a:spcBef>
              <a:buClr>
                <a:srgbClr val="000000"/>
              </a:buClr>
              <a:buFont typeface="Arial"/>
              <a:buChar char="–"/>
              <a:tabLst>
                <a:tab algn="l" pos="754920"/>
                <a:tab algn="l" pos="75564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Mudança de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foco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(MIL </a:t>
            </a:r>
            <a:r>
              <a:rPr b="0" lang="en-US" sz="2200" spc="-1" strike="noStrike">
                <a:solidFill>
                  <a:srgbClr val="000000"/>
                </a:solidFill>
                <a:latin typeface="Wingdings"/>
                <a:ea typeface="MS PGothic"/>
              </a:rPr>
              <a:t>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MS PGothic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EIA,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IEEE, ISO,</a:t>
            </a:r>
            <a:r>
              <a:rPr b="0" lang="en-US" sz="2200" spc="-7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etc.)</a:t>
            </a:r>
            <a:endParaRPr b="0" lang="pt-BR" sz="2200" spc="-1" strike="noStrike">
              <a:latin typeface="Arial"/>
            </a:endParaRPr>
          </a:p>
          <a:p>
            <a:pPr lvl="1" marL="755640" indent="-285840">
              <a:lnSpc>
                <a:spcPct val="100000"/>
              </a:lnSpc>
              <a:spcBef>
                <a:spcPts val="459"/>
              </a:spcBef>
              <a:buClr>
                <a:srgbClr val="000000"/>
              </a:buClr>
              <a:buFont typeface="Arial"/>
              <a:buChar char="–"/>
              <a:tabLst>
                <a:tab algn="l" pos="754920"/>
                <a:tab algn="l" pos="75564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Surgimento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das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primeiras normas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internacionais</a:t>
            </a:r>
            <a:endParaRPr b="0" lang="pt-BR" sz="2200" spc="-1" strike="noStrike">
              <a:latin typeface="Arial"/>
            </a:endParaRPr>
          </a:p>
          <a:p>
            <a:pPr lvl="1" marL="7556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754920"/>
                <a:tab algn="l" pos="75564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Assimilação por organizações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não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militares</a:t>
            </a:r>
            <a:endParaRPr b="0" lang="pt-BR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539640" y="-169200"/>
            <a:ext cx="583236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Sistema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S PGothic"/>
              </a:rPr>
              <a:t>de </a:t>
            </a: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Gerência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S PGothic"/>
              </a:rPr>
              <a:t>de</a:t>
            </a:r>
            <a:r>
              <a:rPr b="0" lang="en-US" sz="3200" spc="4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Conﬁguração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Picture 17" descr=""/>
          <p:cNvPicPr/>
          <p:nvPr/>
        </p:nvPicPr>
        <p:blipFill>
          <a:blip r:embed="rId1"/>
          <a:stretch/>
        </p:blipFill>
        <p:spPr>
          <a:xfrm>
            <a:off x="971640" y="1268640"/>
            <a:ext cx="7477560" cy="444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39640" y="-169200"/>
            <a:ext cx="583236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Sistema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S PGothic"/>
              </a:rPr>
              <a:t>de </a:t>
            </a: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Gerência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S PGothic"/>
              </a:rPr>
              <a:t>de</a:t>
            </a:r>
            <a:r>
              <a:rPr b="0" lang="en-US" sz="3200" spc="4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Conﬁguração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Picture 35" descr=""/>
          <p:cNvPicPr/>
          <p:nvPr/>
        </p:nvPicPr>
        <p:blipFill>
          <a:blip r:embed="rId1"/>
          <a:srcRect l="-3205" t="-4660" r="-3205" b="-4660"/>
          <a:stretch/>
        </p:blipFill>
        <p:spPr>
          <a:xfrm>
            <a:off x="683640" y="1196640"/>
            <a:ext cx="7956000" cy="485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39640" y="-169200"/>
            <a:ext cx="583236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Sistema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S PGothic"/>
              </a:rPr>
              <a:t>de </a:t>
            </a: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Gerência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S PGothic"/>
              </a:rPr>
              <a:t>de</a:t>
            </a:r>
            <a:r>
              <a:rPr b="0" lang="en-US" sz="3200" spc="4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Conﬁguração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9" name="Picture 35" descr=""/>
          <p:cNvPicPr/>
          <p:nvPr/>
        </p:nvPicPr>
        <p:blipFill>
          <a:blip r:embed="rId1"/>
          <a:srcRect l="-3205" t="-4660" r="-3205" b="-4660"/>
          <a:stretch/>
        </p:blipFill>
        <p:spPr>
          <a:xfrm>
            <a:off x="683640" y="1196640"/>
            <a:ext cx="7956000" cy="4856040"/>
          </a:xfrm>
          <a:prstGeom prst="rect">
            <a:avLst/>
          </a:prstGeom>
          <a:ln w="0">
            <a:noFill/>
          </a:ln>
        </p:spPr>
      </p:pic>
      <p:sp>
        <p:nvSpPr>
          <p:cNvPr id="150" name="object 30"/>
          <p:cNvSpPr/>
          <p:nvPr/>
        </p:nvSpPr>
        <p:spPr>
          <a:xfrm>
            <a:off x="6732360" y="1340640"/>
            <a:ext cx="1569600" cy="17870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object 29"/>
          <p:cNvSpPr/>
          <p:nvPr/>
        </p:nvSpPr>
        <p:spPr>
          <a:xfrm>
            <a:off x="390960" y="3933000"/>
            <a:ext cx="2452320" cy="185688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object 12"/>
          <p:cNvSpPr/>
          <p:nvPr/>
        </p:nvSpPr>
        <p:spPr>
          <a:xfrm>
            <a:off x="423720" y="4482720"/>
            <a:ext cx="1666440" cy="12618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53" name="object 13"/>
          <p:cNvGrpSpPr/>
          <p:nvPr/>
        </p:nvGrpSpPr>
        <p:grpSpPr>
          <a:xfrm>
            <a:off x="4066920" y="4339800"/>
            <a:ext cx="1785960" cy="719640"/>
            <a:chOff x="4066920" y="4339800"/>
            <a:chExt cx="1785960" cy="719640"/>
          </a:xfrm>
        </p:grpSpPr>
        <p:sp>
          <p:nvSpPr>
            <p:cNvPr id="154" name="object 14"/>
            <p:cNvSpPr/>
            <p:nvPr/>
          </p:nvSpPr>
          <p:spPr>
            <a:xfrm>
              <a:off x="4066920" y="4339800"/>
              <a:ext cx="1785960" cy="719640"/>
            </a:xfrm>
            <a:custGeom>
              <a:avLst/>
              <a:gdLst/>
              <a:ahLst/>
              <a:rect l="l" t="t" r="r" b="b"/>
              <a:pathLst>
                <a:path w="1786254" h="720089">
                  <a:moveTo>
                    <a:pt x="892975" y="0"/>
                  </a:moveTo>
                  <a:lnTo>
                    <a:pt x="815927" y="440"/>
                  </a:lnTo>
                  <a:lnTo>
                    <a:pt x="740699" y="1737"/>
                  </a:lnTo>
                  <a:lnTo>
                    <a:pt x="667558" y="3855"/>
                  </a:lnTo>
                  <a:lnTo>
                    <a:pt x="596774" y="6758"/>
                  </a:lnTo>
                  <a:lnTo>
                    <a:pt x="528613" y="10410"/>
                  </a:lnTo>
                  <a:lnTo>
                    <a:pt x="463345" y="14775"/>
                  </a:lnTo>
                  <a:lnTo>
                    <a:pt x="401236" y="19816"/>
                  </a:lnTo>
                  <a:lnTo>
                    <a:pt x="342556" y="25499"/>
                  </a:lnTo>
                  <a:lnTo>
                    <a:pt x="287572" y="31786"/>
                  </a:lnTo>
                  <a:lnTo>
                    <a:pt x="236552" y="38642"/>
                  </a:lnTo>
                  <a:lnTo>
                    <a:pt x="189765" y="46031"/>
                  </a:lnTo>
                  <a:lnTo>
                    <a:pt x="147478" y="53916"/>
                  </a:lnTo>
                  <a:lnTo>
                    <a:pt x="109959" y="62263"/>
                  </a:lnTo>
                  <a:lnTo>
                    <a:pt x="50300" y="80194"/>
                  </a:lnTo>
                  <a:lnTo>
                    <a:pt x="12932" y="99536"/>
                  </a:lnTo>
                  <a:lnTo>
                    <a:pt x="0" y="120002"/>
                  </a:lnTo>
                  <a:lnTo>
                    <a:pt x="0" y="599998"/>
                  </a:lnTo>
                  <a:lnTo>
                    <a:pt x="28696" y="630289"/>
                  </a:lnTo>
                  <a:lnTo>
                    <a:pt x="77477" y="648961"/>
                  </a:lnTo>
                  <a:lnTo>
                    <a:pt x="147478" y="666078"/>
                  </a:lnTo>
                  <a:lnTo>
                    <a:pt x="189765" y="673964"/>
                  </a:lnTo>
                  <a:lnTo>
                    <a:pt x="236552" y="681353"/>
                  </a:lnTo>
                  <a:lnTo>
                    <a:pt x="287572" y="688210"/>
                  </a:lnTo>
                  <a:lnTo>
                    <a:pt x="342556" y="694497"/>
                  </a:lnTo>
                  <a:lnTo>
                    <a:pt x="401236" y="700180"/>
                  </a:lnTo>
                  <a:lnTo>
                    <a:pt x="463345" y="705223"/>
                  </a:lnTo>
                  <a:lnTo>
                    <a:pt x="528613" y="709588"/>
                  </a:lnTo>
                  <a:lnTo>
                    <a:pt x="596774" y="713240"/>
                  </a:lnTo>
                  <a:lnTo>
                    <a:pt x="667558" y="716144"/>
                  </a:lnTo>
                  <a:lnTo>
                    <a:pt x="740699" y="718262"/>
                  </a:lnTo>
                  <a:lnTo>
                    <a:pt x="815927" y="719560"/>
                  </a:lnTo>
                  <a:lnTo>
                    <a:pt x="892975" y="720001"/>
                  </a:lnTo>
                  <a:lnTo>
                    <a:pt x="970022" y="719560"/>
                  </a:lnTo>
                  <a:lnTo>
                    <a:pt x="1045250" y="718262"/>
                  </a:lnTo>
                  <a:lnTo>
                    <a:pt x="1118390" y="716144"/>
                  </a:lnTo>
                  <a:lnTo>
                    <a:pt x="1189174" y="713240"/>
                  </a:lnTo>
                  <a:lnTo>
                    <a:pt x="1257334" y="709588"/>
                  </a:lnTo>
                  <a:lnTo>
                    <a:pt x="1322602" y="705223"/>
                  </a:lnTo>
                  <a:lnTo>
                    <a:pt x="1384709" y="700180"/>
                  </a:lnTo>
                  <a:lnTo>
                    <a:pt x="1443388" y="694497"/>
                  </a:lnTo>
                  <a:lnTo>
                    <a:pt x="1498372" y="688210"/>
                  </a:lnTo>
                  <a:lnTo>
                    <a:pt x="1549390" y="681353"/>
                  </a:lnTo>
                  <a:lnTo>
                    <a:pt x="1596177" y="673964"/>
                  </a:lnTo>
                  <a:lnTo>
                    <a:pt x="1638463" y="666078"/>
                  </a:lnTo>
                  <a:lnTo>
                    <a:pt x="1675980" y="657732"/>
                  </a:lnTo>
                  <a:lnTo>
                    <a:pt x="1735638" y="639801"/>
                  </a:lnTo>
                  <a:lnTo>
                    <a:pt x="1773005" y="620461"/>
                  </a:lnTo>
                  <a:lnTo>
                    <a:pt x="1785937" y="599998"/>
                  </a:lnTo>
                  <a:lnTo>
                    <a:pt x="1785937" y="120002"/>
                  </a:lnTo>
                  <a:lnTo>
                    <a:pt x="1757242" y="89707"/>
                  </a:lnTo>
                  <a:lnTo>
                    <a:pt x="1708461" y="71034"/>
                  </a:lnTo>
                  <a:lnTo>
                    <a:pt x="1638463" y="53916"/>
                  </a:lnTo>
                  <a:lnTo>
                    <a:pt x="1596177" y="46031"/>
                  </a:lnTo>
                  <a:lnTo>
                    <a:pt x="1549390" y="38642"/>
                  </a:lnTo>
                  <a:lnTo>
                    <a:pt x="1498372" y="31786"/>
                  </a:lnTo>
                  <a:lnTo>
                    <a:pt x="1443388" y="25499"/>
                  </a:lnTo>
                  <a:lnTo>
                    <a:pt x="1384709" y="19816"/>
                  </a:lnTo>
                  <a:lnTo>
                    <a:pt x="1322602" y="14775"/>
                  </a:lnTo>
                  <a:lnTo>
                    <a:pt x="1257334" y="10410"/>
                  </a:lnTo>
                  <a:lnTo>
                    <a:pt x="1189174" y="6758"/>
                  </a:lnTo>
                  <a:lnTo>
                    <a:pt x="1118390" y="3855"/>
                  </a:lnTo>
                  <a:lnTo>
                    <a:pt x="1045250" y="1737"/>
                  </a:lnTo>
                  <a:lnTo>
                    <a:pt x="970022" y="440"/>
                  </a:lnTo>
                  <a:lnTo>
                    <a:pt x="892975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5" name="object 15"/>
            <p:cNvSpPr/>
            <p:nvPr/>
          </p:nvSpPr>
          <p:spPr>
            <a:xfrm>
              <a:off x="4066920" y="4339800"/>
              <a:ext cx="1785960" cy="719640"/>
            </a:xfrm>
            <a:custGeom>
              <a:avLst/>
              <a:gdLst/>
              <a:ahLst/>
              <a:rect l="l" t="t" r="r" b="b"/>
              <a:pathLst>
                <a:path w="1786254" h="720089">
                  <a:moveTo>
                    <a:pt x="1785938" y="119999"/>
                  </a:moveTo>
                  <a:lnTo>
                    <a:pt x="1757243" y="150292"/>
                  </a:lnTo>
                  <a:lnTo>
                    <a:pt x="1708462" y="168964"/>
                  </a:lnTo>
                  <a:lnTo>
                    <a:pt x="1638463" y="186081"/>
                  </a:lnTo>
                  <a:lnTo>
                    <a:pt x="1596176" y="193966"/>
                  </a:lnTo>
                  <a:lnTo>
                    <a:pt x="1549389" y="201355"/>
                  </a:lnTo>
                  <a:lnTo>
                    <a:pt x="1498370" y="208211"/>
                  </a:lnTo>
                  <a:lnTo>
                    <a:pt x="1443387" y="214499"/>
                  </a:lnTo>
                  <a:lnTo>
                    <a:pt x="1384707" y="220181"/>
                  </a:lnTo>
                  <a:lnTo>
                    <a:pt x="1322598" y="225223"/>
                  </a:lnTo>
                  <a:lnTo>
                    <a:pt x="1257330" y="229588"/>
                  </a:lnTo>
                  <a:lnTo>
                    <a:pt x="1189170" y="233240"/>
                  </a:lnTo>
                  <a:lnTo>
                    <a:pt x="1118385" y="236143"/>
                  </a:lnTo>
                  <a:lnTo>
                    <a:pt x="1045244" y="238261"/>
                  </a:lnTo>
                  <a:lnTo>
                    <a:pt x="970016" y="239559"/>
                  </a:lnTo>
                  <a:lnTo>
                    <a:pt x="892967" y="239999"/>
                  </a:lnTo>
                  <a:lnTo>
                    <a:pt x="815918" y="239559"/>
                  </a:lnTo>
                  <a:lnTo>
                    <a:pt x="740690" y="238261"/>
                  </a:lnTo>
                  <a:lnTo>
                    <a:pt x="667549" y="236143"/>
                  </a:lnTo>
                  <a:lnTo>
                    <a:pt x="596765" y="233240"/>
                  </a:lnTo>
                  <a:lnTo>
                    <a:pt x="528604" y="229588"/>
                  </a:lnTo>
                  <a:lnTo>
                    <a:pt x="463336" y="225223"/>
                  </a:lnTo>
                  <a:lnTo>
                    <a:pt x="401228" y="220181"/>
                  </a:lnTo>
                  <a:lnTo>
                    <a:pt x="342549" y="214499"/>
                  </a:lnTo>
                  <a:lnTo>
                    <a:pt x="287565" y="208211"/>
                  </a:lnTo>
                  <a:lnTo>
                    <a:pt x="236546" y="201355"/>
                  </a:lnTo>
                  <a:lnTo>
                    <a:pt x="189760" y="193966"/>
                  </a:lnTo>
                  <a:lnTo>
                    <a:pt x="147474" y="186081"/>
                  </a:lnTo>
                  <a:lnTo>
                    <a:pt x="109956" y="177734"/>
                  </a:lnTo>
                  <a:lnTo>
                    <a:pt x="50299" y="159804"/>
                  </a:lnTo>
                  <a:lnTo>
                    <a:pt x="12932" y="140463"/>
                  </a:lnTo>
                  <a:lnTo>
                    <a:pt x="3277" y="130353"/>
                  </a:lnTo>
                  <a:lnTo>
                    <a:pt x="0" y="119999"/>
                  </a:lnTo>
                  <a:moveTo>
                    <a:pt x="0" y="119999"/>
                  </a:moveTo>
                  <a:lnTo>
                    <a:pt x="28695" y="89707"/>
                  </a:lnTo>
                  <a:lnTo>
                    <a:pt x="77475" y="71035"/>
                  </a:lnTo>
                  <a:lnTo>
                    <a:pt x="147474" y="53918"/>
                  </a:lnTo>
                  <a:lnTo>
                    <a:pt x="189760" y="46032"/>
                  </a:lnTo>
                  <a:lnTo>
                    <a:pt x="236546" y="38644"/>
                  </a:lnTo>
                  <a:lnTo>
                    <a:pt x="287565" y="31787"/>
                  </a:lnTo>
                  <a:lnTo>
                    <a:pt x="342549" y="25500"/>
                  </a:lnTo>
                  <a:lnTo>
                    <a:pt x="401228" y="19818"/>
                  </a:lnTo>
                  <a:lnTo>
                    <a:pt x="463336" y="14776"/>
                  </a:lnTo>
                  <a:lnTo>
                    <a:pt x="528604" y="10411"/>
                  </a:lnTo>
                  <a:lnTo>
                    <a:pt x="596765" y="6759"/>
                  </a:lnTo>
                  <a:lnTo>
                    <a:pt x="667549" y="3856"/>
                  </a:lnTo>
                  <a:lnTo>
                    <a:pt x="740690" y="1737"/>
                  </a:lnTo>
                  <a:lnTo>
                    <a:pt x="815918" y="440"/>
                  </a:lnTo>
                  <a:lnTo>
                    <a:pt x="892967" y="0"/>
                  </a:lnTo>
                  <a:lnTo>
                    <a:pt x="970016" y="440"/>
                  </a:lnTo>
                  <a:lnTo>
                    <a:pt x="1045244" y="1737"/>
                  </a:lnTo>
                  <a:lnTo>
                    <a:pt x="1118385" y="3856"/>
                  </a:lnTo>
                  <a:lnTo>
                    <a:pt x="1189170" y="6759"/>
                  </a:lnTo>
                  <a:lnTo>
                    <a:pt x="1257330" y="10411"/>
                  </a:lnTo>
                  <a:lnTo>
                    <a:pt x="1322598" y="14776"/>
                  </a:lnTo>
                  <a:lnTo>
                    <a:pt x="1384707" y="19818"/>
                  </a:lnTo>
                  <a:lnTo>
                    <a:pt x="1443387" y="25500"/>
                  </a:lnTo>
                  <a:lnTo>
                    <a:pt x="1498370" y="31787"/>
                  </a:lnTo>
                  <a:lnTo>
                    <a:pt x="1549389" y="38644"/>
                  </a:lnTo>
                  <a:lnTo>
                    <a:pt x="1596176" y="46032"/>
                  </a:lnTo>
                  <a:lnTo>
                    <a:pt x="1638463" y="53918"/>
                  </a:lnTo>
                  <a:lnTo>
                    <a:pt x="1675981" y="62264"/>
                  </a:lnTo>
                  <a:lnTo>
                    <a:pt x="1735639" y="80195"/>
                  </a:lnTo>
                  <a:lnTo>
                    <a:pt x="1773006" y="99536"/>
                  </a:lnTo>
                  <a:lnTo>
                    <a:pt x="1785938" y="119999"/>
                  </a:lnTo>
                  <a:lnTo>
                    <a:pt x="1785938" y="599999"/>
                  </a:lnTo>
                  <a:lnTo>
                    <a:pt x="1757243" y="630291"/>
                  </a:lnTo>
                  <a:lnTo>
                    <a:pt x="1708462" y="648963"/>
                  </a:lnTo>
                  <a:lnTo>
                    <a:pt x="1638463" y="666080"/>
                  </a:lnTo>
                  <a:lnTo>
                    <a:pt x="1596176" y="673966"/>
                  </a:lnTo>
                  <a:lnTo>
                    <a:pt x="1549389" y="681355"/>
                  </a:lnTo>
                  <a:lnTo>
                    <a:pt x="1498370" y="688211"/>
                  </a:lnTo>
                  <a:lnTo>
                    <a:pt x="1443387" y="694498"/>
                  </a:lnTo>
                  <a:lnTo>
                    <a:pt x="1384707" y="700181"/>
                  </a:lnTo>
                  <a:lnTo>
                    <a:pt x="1322598" y="705223"/>
                  </a:lnTo>
                  <a:lnTo>
                    <a:pt x="1257330" y="709587"/>
                  </a:lnTo>
                  <a:lnTo>
                    <a:pt x="1189170" y="713239"/>
                  </a:lnTo>
                  <a:lnTo>
                    <a:pt x="1118385" y="716143"/>
                  </a:lnTo>
                  <a:lnTo>
                    <a:pt x="1045244" y="718261"/>
                  </a:lnTo>
                  <a:lnTo>
                    <a:pt x="970016" y="719558"/>
                  </a:lnTo>
                  <a:lnTo>
                    <a:pt x="892967" y="719999"/>
                  </a:lnTo>
                  <a:lnTo>
                    <a:pt x="815918" y="719558"/>
                  </a:lnTo>
                  <a:lnTo>
                    <a:pt x="740690" y="718261"/>
                  </a:lnTo>
                  <a:lnTo>
                    <a:pt x="667549" y="716143"/>
                  </a:lnTo>
                  <a:lnTo>
                    <a:pt x="596765" y="713239"/>
                  </a:lnTo>
                  <a:lnTo>
                    <a:pt x="528604" y="709587"/>
                  </a:lnTo>
                  <a:lnTo>
                    <a:pt x="463336" y="705223"/>
                  </a:lnTo>
                  <a:lnTo>
                    <a:pt x="401228" y="700181"/>
                  </a:lnTo>
                  <a:lnTo>
                    <a:pt x="342549" y="694498"/>
                  </a:lnTo>
                  <a:lnTo>
                    <a:pt x="287565" y="688211"/>
                  </a:lnTo>
                  <a:lnTo>
                    <a:pt x="236546" y="681355"/>
                  </a:lnTo>
                  <a:lnTo>
                    <a:pt x="189760" y="673966"/>
                  </a:lnTo>
                  <a:lnTo>
                    <a:pt x="147474" y="666080"/>
                  </a:lnTo>
                  <a:lnTo>
                    <a:pt x="109956" y="657734"/>
                  </a:lnTo>
                  <a:lnTo>
                    <a:pt x="50299" y="639804"/>
                  </a:lnTo>
                  <a:lnTo>
                    <a:pt x="12932" y="620462"/>
                  </a:lnTo>
                  <a:lnTo>
                    <a:pt x="0" y="599999"/>
                  </a:lnTo>
                  <a:lnTo>
                    <a:pt x="0" y="119999"/>
                  </a:lnTo>
                  <a:close/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56" name="object 16"/>
          <p:cNvSpPr/>
          <p:nvPr/>
        </p:nvSpPr>
        <p:spPr>
          <a:xfrm>
            <a:off x="4222440" y="4453560"/>
            <a:ext cx="1479960" cy="13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8840" bIns="0" anchor="t">
            <a:spAutoFit/>
          </a:bodyPr>
          <a:p>
            <a:pPr algn="ctr">
              <a:lnSpc>
                <a:spcPct val="100000"/>
              </a:lnSpc>
              <a:spcBef>
                <a:spcPts val="1329"/>
              </a:spcBef>
            </a:pPr>
            <a:r>
              <a:rPr b="0" lang="en-US" sz="1800" spc="-7" strike="noStrike">
                <a:solidFill>
                  <a:srgbClr val="ffffff"/>
                </a:solidFill>
                <a:latin typeface="Calibri"/>
                <a:ea typeface="MS PGothic"/>
              </a:rPr>
              <a:t>Artefatos</a:t>
            </a:r>
            <a:endParaRPr b="0" lang="pt-BR" sz="1800" spc="-1" strike="noStrike">
              <a:latin typeface="Arial"/>
            </a:endParaRPr>
          </a:p>
          <a:p>
            <a:pPr marL="12240" algn="ctr">
              <a:lnSpc>
                <a:spcPts val="2801"/>
              </a:lnSpc>
              <a:spcBef>
                <a:spcPts val="1800"/>
              </a:spcBef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Controle</a:t>
            </a:r>
            <a:r>
              <a:rPr b="0" lang="en-US" sz="2000" spc="-75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de 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Versões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57" name="object 17"/>
          <p:cNvSpPr/>
          <p:nvPr/>
        </p:nvSpPr>
        <p:spPr>
          <a:xfrm>
            <a:off x="4140000" y="1196640"/>
            <a:ext cx="1569600" cy="17870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58" name="object 18"/>
          <p:cNvGrpSpPr/>
          <p:nvPr/>
        </p:nvGrpSpPr>
        <p:grpSpPr>
          <a:xfrm>
            <a:off x="7764840" y="4120560"/>
            <a:ext cx="1234080" cy="1105200"/>
            <a:chOff x="7764840" y="4120560"/>
            <a:chExt cx="1234080" cy="1105200"/>
          </a:xfrm>
        </p:grpSpPr>
        <p:sp>
          <p:nvSpPr>
            <p:cNvPr id="159" name="object 19"/>
            <p:cNvSpPr/>
            <p:nvPr/>
          </p:nvSpPr>
          <p:spPr>
            <a:xfrm>
              <a:off x="8309160" y="4120560"/>
              <a:ext cx="689760" cy="672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" name="object 20"/>
            <p:cNvSpPr/>
            <p:nvPr/>
          </p:nvSpPr>
          <p:spPr>
            <a:xfrm>
              <a:off x="7764840" y="4266000"/>
              <a:ext cx="772560" cy="752040"/>
            </a:xfrm>
            <a:prstGeom prst="rect">
              <a:avLst/>
            </a:pr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" name="object 21"/>
            <p:cNvSpPr/>
            <p:nvPr/>
          </p:nvSpPr>
          <p:spPr>
            <a:xfrm>
              <a:off x="8109720" y="4419720"/>
              <a:ext cx="822600" cy="806040"/>
            </a:xfrm>
            <a:prstGeom prst="rect">
              <a:avLst/>
            </a:pr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62" name="object 22"/>
          <p:cNvSpPr/>
          <p:nvPr/>
        </p:nvSpPr>
        <p:spPr>
          <a:xfrm>
            <a:off x="7603920" y="5101200"/>
            <a:ext cx="143208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3120" bIns="0" anchor="t">
            <a:spAutoFit/>
          </a:bodyPr>
          <a:p>
            <a:pPr marL="127800" indent="-115560">
              <a:lnSpc>
                <a:spcPts val="2801"/>
              </a:lnSpc>
              <a:spcBef>
                <a:spcPts val="26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C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nst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ução  e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Release</a:t>
            </a:r>
            <a:endParaRPr b="0" lang="pt-BR" sz="2000" spc="-1" strike="noStrike">
              <a:latin typeface="Arial"/>
            </a:endParaRPr>
          </a:p>
        </p:txBody>
      </p:sp>
      <p:grpSp>
        <p:nvGrpSpPr>
          <p:cNvPr id="163" name="object 23"/>
          <p:cNvGrpSpPr/>
          <p:nvPr/>
        </p:nvGrpSpPr>
        <p:grpSpPr>
          <a:xfrm>
            <a:off x="352080" y="1410840"/>
            <a:ext cx="1785960" cy="719640"/>
            <a:chOff x="352080" y="1410840"/>
            <a:chExt cx="1785960" cy="719640"/>
          </a:xfrm>
        </p:grpSpPr>
        <p:sp>
          <p:nvSpPr>
            <p:cNvPr id="164" name="object 24"/>
            <p:cNvSpPr/>
            <p:nvPr/>
          </p:nvSpPr>
          <p:spPr>
            <a:xfrm>
              <a:off x="352080" y="1410840"/>
              <a:ext cx="1785960" cy="719640"/>
            </a:xfrm>
            <a:custGeom>
              <a:avLst/>
              <a:gdLst/>
              <a:ahLst/>
              <a:rect l="l" t="t" r="r" b="b"/>
              <a:pathLst>
                <a:path w="1786255" h="720089">
                  <a:moveTo>
                    <a:pt x="892967" y="0"/>
                  </a:moveTo>
                  <a:lnTo>
                    <a:pt x="815918" y="440"/>
                  </a:lnTo>
                  <a:lnTo>
                    <a:pt x="740690" y="1738"/>
                  </a:lnTo>
                  <a:lnTo>
                    <a:pt x="667549" y="3856"/>
                  </a:lnTo>
                  <a:lnTo>
                    <a:pt x="596764" y="6760"/>
                  </a:lnTo>
                  <a:lnTo>
                    <a:pt x="528604" y="10412"/>
                  </a:lnTo>
                  <a:lnTo>
                    <a:pt x="463336" y="14778"/>
                  </a:lnTo>
                  <a:lnTo>
                    <a:pt x="401228" y="19820"/>
                  </a:lnTo>
                  <a:lnTo>
                    <a:pt x="342549" y="25503"/>
                  </a:lnTo>
                  <a:lnTo>
                    <a:pt x="287565" y="31791"/>
                  </a:lnTo>
                  <a:lnTo>
                    <a:pt x="236546" y="38647"/>
                  </a:lnTo>
                  <a:lnTo>
                    <a:pt x="189760" y="46036"/>
                  </a:lnTo>
                  <a:lnTo>
                    <a:pt x="147474" y="53922"/>
                  </a:lnTo>
                  <a:lnTo>
                    <a:pt x="109956" y="62268"/>
                  </a:lnTo>
                  <a:lnTo>
                    <a:pt x="50299" y="80199"/>
                  </a:lnTo>
                  <a:lnTo>
                    <a:pt x="12932" y="99540"/>
                  </a:lnTo>
                  <a:lnTo>
                    <a:pt x="0" y="120002"/>
                  </a:lnTo>
                  <a:lnTo>
                    <a:pt x="0" y="599998"/>
                  </a:lnTo>
                  <a:lnTo>
                    <a:pt x="28695" y="630293"/>
                  </a:lnTo>
                  <a:lnTo>
                    <a:pt x="77475" y="648966"/>
                  </a:lnTo>
                  <a:lnTo>
                    <a:pt x="147474" y="666084"/>
                  </a:lnTo>
                  <a:lnTo>
                    <a:pt x="189760" y="673969"/>
                  </a:lnTo>
                  <a:lnTo>
                    <a:pt x="236546" y="681358"/>
                  </a:lnTo>
                  <a:lnTo>
                    <a:pt x="287565" y="688214"/>
                  </a:lnTo>
                  <a:lnTo>
                    <a:pt x="342549" y="694501"/>
                  </a:lnTo>
                  <a:lnTo>
                    <a:pt x="401228" y="700184"/>
                  </a:lnTo>
                  <a:lnTo>
                    <a:pt x="463336" y="705225"/>
                  </a:lnTo>
                  <a:lnTo>
                    <a:pt x="528604" y="709590"/>
                  </a:lnTo>
                  <a:lnTo>
                    <a:pt x="596764" y="713242"/>
                  </a:lnTo>
                  <a:lnTo>
                    <a:pt x="667549" y="716145"/>
                  </a:lnTo>
                  <a:lnTo>
                    <a:pt x="740690" y="718263"/>
                  </a:lnTo>
                  <a:lnTo>
                    <a:pt x="815918" y="719560"/>
                  </a:lnTo>
                  <a:lnTo>
                    <a:pt x="892967" y="720001"/>
                  </a:lnTo>
                  <a:lnTo>
                    <a:pt x="970016" y="719560"/>
                  </a:lnTo>
                  <a:lnTo>
                    <a:pt x="1045246" y="718263"/>
                  </a:lnTo>
                  <a:lnTo>
                    <a:pt x="1118387" y="716145"/>
                  </a:lnTo>
                  <a:lnTo>
                    <a:pt x="1189172" y="713242"/>
                  </a:lnTo>
                  <a:lnTo>
                    <a:pt x="1257333" y="709590"/>
                  </a:lnTo>
                  <a:lnTo>
                    <a:pt x="1322602" y="705225"/>
                  </a:lnTo>
                  <a:lnTo>
                    <a:pt x="1384710" y="700184"/>
                  </a:lnTo>
                  <a:lnTo>
                    <a:pt x="1443390" y="694501"/>
                  </a:lnTo>
                  <a:lnTo>
                    <a:pt x="1498374" y="688214"/>
                  </a:lnTo>
                  <a:lnTo>
                    <a:pt x="1549393" y="681358"/>
                  </a:lnTo>
                  <a:lnTo>
                    <a:pt x="1596180" y="673969"/>
                  </a:lnTo>
                  <a:lnTo>
                    <a:pt x="1638466" y="666084"/>
                  </a:lnTo>
                  <a:lnTo>
                    <a:pt x="1675984" y="657737"/>
                  </a:lnTo>
                  <a:lnTo>
                    <a:pt x="1735641" y="639806"/>
                  </a:lnTo>
                  <a:lnTo>
                    <a:pt x="1773009" y="620464"/>
                  </a:lnTo>
                  <a:lnTo>
                    <a:pt x="1785941" y="599998"/>
                  </a:lnTo>
                  <a:lnTo>
                    <a:pt x="1785941" y="120002"/>
                  </a:lnTo>
                  <a:lnTo>
                    <a:pt x="1757245" y="89711"/>
                  </a:lnTo>
                  <a:lnTo>
                    <a:pt x="1708465" y="71040"/>
                  </a:lnTo>
                  <a:lnTo>
                    <a:pt x="1638466" y="53922"/>
                  </a:lnTo>
                  <a:lnTo>
                    <a:pt x="1596180" y="46036"/>
                  </a:lnTo>
                  <a:lnTo>
                    <a:pt x="1549393" y="38647"/>
                  </a:lnTo>
                  <a:lnTo>
                    <a:pt x="1498374" y="31791"/>
                  </a:lnTo>
                  <a:lnTo>
                    <a:pt x="1443390" y="25503"/>
                  </a:lnTo>
                  <a:lnTo>
                    <a:pt x="1384710" y="19820"/>
                  </a:lnTo>
                  <a:lnTo>
                    <a:pt x="1322602" y="14778"/>
                  </a:lnTo>
                  <a:lnTo>
                    <a:pt x="1257333" y="10412"/>
                  </a:lnTo>
                  <a:lnTo>
                    <a:pt x="1189172" y="6760"/>
                  </a:lnTo>
                  <a:lnTo>
                    <a:pt x="1118387" y="3856"/>
                  </a:lnTo>
                  <a:lnTo>
                    <a:pt x="1045246" y="1738"/>
                  </a:lnTo>
                  <a:lnTo>
                    <a:pt x="970016" y="440"/>
                  </a:lnTo>
                  <a:lnTo>
                    <a:pt x="892967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5" name="object 25"/>
            <p:cNvSpPr/>
            <p:nvPr/>
          </p:nvSpPr>
          <p:spPr>
            <a:xfrm>
              <a:off x="352080" y="1410840"/>
              <a:ext cx="1785960" cy="719640"/>
            </a:xfrm>
            <a:custGeom>
              <a:avLst/>
              <a:gdLst/>
              <a:ahLst/>
              <a:rect l="l" t="t" r="r" b="b"/>
              <a:pathLst>
                <a:path w="1786255" h="720089">
                  <a:moveTo>
                    <a:pt x="1785938" y="119999"/>
                  </a:moveTo>
                  <a:lnTo>
                    <a:pt x="1757243" y="150292"/>
                  </a:lnTo>
                  <a:lnTo>
                    <a:pt x="1708462" y="168964"/>
                  </a:lnTo>
                  <a:lnTo>
                    <a:pt x="1638463" y="186081"/>
                  </a:lnTo>
                  <a:lnTo>
                    <a:pt x="1596176" y="193967"/>
                  </a:lnTo>
                  <a:lnTo>
                    <a:pt x="1549389" y="201355"/>
                  </a:lnTo>
                  <a:lnTo>
                    <a:pt x="1498370" y="208211"/>
                  </a:lnTo>
                  <a:lnTo>
                    <a:pt x="1443386" y="214499"/>
                  </a:lnTo>
                  <a:lnTo>
                    <a:pt x="1384706" y="220181"/>
                  </a:lnTo>
                  <a:lnTo>
                    <a:pt x="1322598" y="225223"/>
                  </a:lnTo>
                  <a:lnTo>
                    <a:pt x="1257330" y="229588"/>
                  </a:lnTo>
                  <a:lnTo>
                    <a:pt x="1189169" y="233240"/>
                  </a:lnTo>
                  <a:lnTo>
                    <a:pt x="1118385" y="236143"/>
                  </a:lnTo>
                  <a:lnTo>
                    <a:pt x="1045244" y="238261"/>
                  </a:lnTo>
                  <a:lnTo>
                    <a:pt x="970015" y="239559"/>
                  </a:lnTo>
                  <a:lnTo>
                    <a:pt x="892967" y="239999"/>
                  </a:lnTo>
                  <a:lnTo>
                    <a:pt x="815918" y="239559"/>
                  </a:lnTo>
                  <a:lnTo>
                    <a:pt x="740690" y="238261"/>
                  </a:lnTo>
                  <a:lnTo>
                    <a:pt x="667549" y="236143"/>
                  </a:lnTo>
                  <a:lnTo>
                    <a:pt x="596765" y="233240"/>
                  </a:lnTo>
                  <a:lnTo>
                    <a:pt x="528605" y="229588"/>
                  </a:lnTo>
                  <a:lnTo>
                    <a:pt x="463336" y="225223"/>
                  </a:lnTo>
                  <a:lnTo>
                    <a:pt x="401229" y="220181"/>
                  </a:lnTo>
                  <a:lnTo>
                    <a:pt x="342549" y="214499"/>
                  </a:lnTo>
                  <a:lnTo>
                    <a:pt x="287566" y="208211"/>
                  </a:lnTo>
                  <a:lnTo>
                    <a:pt x="236547" y="201355"/>
                  </a:lnTo>
                  <a:lnTo>
                    <a:pt x="189760" y="193967"/>
                  </a:lnTo>
                  <a:lnTo>
                    <a:pt x="147474" y="186081"/>
                  </a:lnTo>
                  <a:lnTo>
                    <a:pt x="109956" y="177735"/>
                  </a:lnTo>
                  <a:lnTo>
                    <a:pt x="50299" y="159804"/>
                  </a:lnTo>
                  <a:lnTo>
                    <a:pt x="12932" y="140463"/>
                  </a:lnTo>
                  <a:lnTo>
                    <a:pt x="3277" y="130353"/>
                  </a:lnTo>
                  <a:lnTo>
                    <a:pt x="0" y="119999"/>
                  </a:lnTo>
                  <a:moveTo>
                    <a:pt x="0" y="119999"/>
                  </a:moveTo>
                  <a:lnTo>
                    <a:pt x="28695" y="89707"/>
                  </a:lnTo>
                  <a:lnTo>
                    <a:pt x="77475" y="71035"/>
                  </a:lnTo>
                  <a:lnTo>
                    <a:pt x="147474" y="53918"/>
                  </a:lnTo>
                  <a:lnTo>
                    <a:pt x="189760" y="46032"/>
                  </a:lnTo>
                  <a:lnTo>
                    <a:pt x="236547" y="38644"/>
                  </a:lnTo>
                  <a:lnTo>
                    <a:pt x="287566" y="31787"/>
                  </a:lnTo>
                  <a:lnTo>
                    <a:pt x="342549" y="25500"/>
                  </a:lnTo>
                  <a:lnTo>
                    <a:pt x="401229" y="19818"/>
                  </a:lnTo>
                  <a:lnTo>
                    <a:pt x="463336" y="14776"/>
                  </a:lnTo>
                  <a:lnTo>
                    <a:pt x="528605" y="10411"/>
                  </a:lnTo>
                  <a:lnTo>
                    <a:pt x="596765" y="6759"/>
                  </a:lnTo>
                  <a:lnTo>
                    <a:pt x="667549" y="3856"/>
                  </a:lnTo>
                  <a:lnTo>
                    <a:pt x="740690" y="1737"/>
                  </a:lnTo>
                  <a:lnTo>
                    <a:pt x="815918" y="440"/>
                  </a:lnTo>
                  <a:lnTo>
                    <a:pt x="892967" y="0"/>
                  </a:lnTo>
                  <a:lnTo>
                    <a:pt x="970015" y="440"/>
                  </a:lnTo>
                  <a:lnTo>
                    <a:pt x="1045244" y="1737"/>
                  </a:lnTo>
                  <a:lnTo>
                    <a:pt x="1118385" y="3856"/>
                  </a:lnTo>
                  <a:lnTo>
                    <a:pt x="1189169" y="6759"/>
                  </a:lnTo>
                  <a:lnTo>
                    <a:pt x="1257330" y="10411"/>
                  </a:lnTo>
                  <a:lnTo>
                    <a:pt x="1322598" y="14776"/>
                  </a:lnTo>
                  <a:lnTo>
                    <a:pt x="1384706" y="19818"/>
                  </a:lnTo>
                  <a:lnTo>
                    <a:pt x="1443386" y="25500"/>
                  </a:lnTo>
                  <a:lnTo>
                    <a:pt x="1498370" y="31787"/>
                  </a:lnTo>
                  <a:lnTo>
                    <a:pt x="1549389" y="38644"/>
                  </a:lnTo>
                  <a:lnTo>
                    <a:pt x="1596176" y="46032"/>
                  </a:lnTo>
                  <a:lnTo>
                    <a:pt x="1638463" y="53918"/>
                  </a:lnTo>
                  <a:lnTo>
                    <a:pt x="1675980" y="62264"/>
                  </a:lnTo>
                  <a:lnTo>
                    <a:pt x="1735638" y="80195"/>
                  </a:lnTo>
                  <a:lnTo>
                    <a:pt x="1773006" y="99536"/>
                  </a:lnTo>
                  <a:lnTo>
                    <a:pt x="1785938" y="119999"/>
                  </a:lnTo>
                  <a:lnTo>
                    <a:pt x="1785938" y="599999"/>
                  </a:lnTo>
                  <a:lnTo>
                    <a:pt x="1757243" y="630291"/>
                  </a:lnTo>
                  <a:lnTo>
                    <a:pt x="1708462" y="648963"/>
                  </a:lnTo>
                  <a:lnTo>
                    <a:pt x="1638463" y="666080"/>
                  </a:lnTo>
                  <a:lnTo>
                    <a:pt x="1596176" y="673966"/>
                  </a:lnTo>
                  <a:lnTo>
                    <a:pt x="1549389" y="681355"/>
                  </a:lnTo>
                  <a:lnTo>
                    <a:pt x="1498370" y="688211"/>
                  </a:lnTo>
                  <a:lnTo>
                    <a:pt x="1443386" y="694498"/>
                  </a:lnTo>
                  <a:lnTo>
                    <a:pt x="1384706" y="700181"/>
                  </a:lnTo>
                  <a:lnTo>
                    <a:pt x="1322598" y="705222"/>
                  </a:lnTo>
                  <a:lnTo>
                    <a:pt x="1257330" y="709587"/>
                  </a:lnTo>
                  <a:lnTo>
                    <a:pt x="1189169" y="713239"/>
                  </a:lnTo>
                  <a:lnTo>
                    <a:pt x="1118385" y="716143"/>
                  </a:lnTo>
                  <a:lnTo>
                    <a:pt x="1045244" y="718261"/>
                  </a:lnTo>
                  <a:lnTo>
                    <a:pt x="970015" y="719558"/>
                  </a:lnTo>
                  <a:lnTo>
                    <a:pt x="892967" y="719999"/>
                  </a:lnTo>
                  <a:lnTo>
                    <a:pt x="815918" y="719558"/>
                  </a:lnTo>
                  <a:lnTo>
                    <a:pt x="740690" y="718261"/>
                  </a:lnTo>
                  <a:lnTo>
                    <a:pt x="667549" y="716143"/>
                  </a:lnTo>
                  <a:lnTo>
                    <a:pt x="596765" y="713239"/>
                  </a:lnTo>
                  <a:lnTo>
                    <a:pt x="528605" y="709587"/>
                  </a:lnTo>
                  <a:lnTo>
                    <a:pt x="463336" y="705222"/>
                  </a:lnTo>
                  <a:lnTo>
                    <a:pt x="401229" y="700181"/>
                  </a:lnTo>
                  <a:lnTo>
                    <a:pt x="342549" y="694498"/>
                  </a:lnTo>
                  <a:lnTo>
                    <a:pt x="287566" y="688211"/>
                  </a:lnTo>
                  <a:lnTo>
                    <a:pt x="236547" y="681355"/>
                  </a:lnTo>
                  <a:lnTo>
                    <a:pt x="189760" y="673966"/>
                  </a:lnTo>
                  <a:lnTo>
                    <a:pt x="147474" y="666080"/>
                  </a:lnTo>
                  <a:lnTo>
                    <a:pt x="109956" y="657734"/>
                  </a:lnTo>
                  <a:lnTo>
                    <a:pt x="50299" y="639803"/>
                  </a:lnTo>
                  <a:lnTo>
                    <a:pt x="12932" y="620462"/>
                  </a:lnTo>
                  <a:lnTo>
                    <a:pt x="0" y="599999"/>
                  </a:lnTo>
                  <a:lnTo>
                    <a:pt x="0" y="119999"/>
                  </a:lnTo>
                  <a:close/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66" name="object 26"/>
          <p:cNvSpPr/>
          <p:nvPr/>
        </p:nvSpPr>
        <p:spPr>
          <a:xfrm>
            <a:off x="375120" y="1524600"/>
            <a:ext cx="1673640" cy="13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8840" bIns="0" anchor="t">
            <a:spAutoFit/>
          </a:bodyPr>
          <a:p>
            <a:pPr marL="329040">
              <a:lnSpc>
                <a:spcPct val="100000"/>
              </a:lnSpc>
              <a:spcBef>
                <a:spcPts val="1329"/>
              </a:spcBef>
            </a:pPr>
            <a:r>
              <a:rPr b="0" lang="en-US" sz="1800" spc="-7" strike="noStrike">
                <a:solidFill>
                  <a:srgbClr val="ffffff"/>
                </a:solidFill>
                <a:latin typeface="Calibri"/>
                <a:ea typeface="MS PGothic"/>
              </a:rPr>
              <a:t>Solicitações</a:t>
            </a:r>
            <a:endParaRPr b="0" lang="pt-BR" sz="1800" spc="-1" strike="noStrike">
              <a:latin typeface="Arial"/>
            </a:endParaRPr>
          </a:p>
          <a:p>
            <a:pPr marL="12600" indent="96480">
              <a:lnSpc>
                <a:spcPts val="2801"/>
              </a:lnSpc>
              <a:spcBef>
                <a:spcPts val="1800"/>
              </a:spcBef>
              <a:tabLst>
                <a:tab algn="l" pos="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Controle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de  Modiﬁca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çõ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es</a:t>
            </a:r>
            <a:endParaRPr b="0" lang="pt-BR" sz="2000" spc="-1" strike="noStrike">
              <a:latin typeface="Arial"/>
            </a:endParaRPr>
          </a:p>
        </p:txBody>
      </p:sp>
      <p:grpSp>
        <p:nvGrpSpPr>
          <p:cNvPr id="167" name="object 27"/>
          <p:cNvGrpSpPr/>
          <p:nvPr/>
        </p:nvGrpSpPr>
        <p:grpSpPr>
          <a:xfrm>
            <a:off x="2614320" y="1732320"/>
            <a:ext cx="978120" cy="484920"/>
            <a:chOff x="2614320" y="1732320"/>
            <a:chExt cx="978120" cy="484920"/>
          </a:xfrm>
        </p:grpSpPr>
        <p:sp>
          <p:nvSpPr>
            <p:cNvPr id="168" name="object 28"/>
            <p:cNvSpPr/>
            <p:nvPr/>
          </p:nvSpPr>
          <p:spPr>
            <a:xfrm>
              <a:off x="2614320" y="1732320"/>
              <a:ext cx="978120" cy="484920"/>
            </a:xfrm>
            <a:custGeom>
              <a:avLst/>
              <a:gdLst/>
              <a:ahLst/>
              <a:rect l="l" t="t" r="r" b="b"/>
              <a:pathLst>
                <a:path w="978535" h="485139">
                  <a:moveTo>
                    <a:pt x="242315" y="0"/>
                  </a:moveTo>
                  <a:lnTo>
                    <a:pt x="0" y="242315"/>
                  </a:lnTo>
                  <a:lnTo>
                    <a:pt x="242315" y="484631"/>
                  </a:lnTo>
                  <a:lnTo>
                    <a:pt x="242315" y="363474"/>
                  </a:lnTo>
                  <a:lnTo>
                    <a:pt x="978407" y="363474"/>
                  </a:lnTo>
                  <a:lnTo>
                    <a:pt x="978407" y="121157"/>
                  </a:lnTo>
                  <a:lnTo>
                    <a:pt x="242315" y="121157"/>
                  </a:lnTo>
                  <a:lnTo>
                    <a:pt x="242315" y="0"/>
                  </a:lnTo>
                  <a:close/>
                </a:path>
              </a:pathLst>
            </a:custGeom>
            <a:solidFill>
              <a:srgbClr val="cd665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9" name="object 29"/>
            <p:cNvSpPr/>
            <p:nvPr/>
          </p:nvSpPr>
          <p:spPr>
            <a:xfrm>
              <a:off x="2614320" y="1732320"/>
              <a:ext cx="978120" cy="484920"/>
            </a:xfrm>
            <a:custGeom>
              <a:avLst/>
              <a:gdLst/>
              <a:ahLst/>
              <a:rect l="l" t="t" r="r" b="b"/>
              <a:pathLst>
                <a:path w="978535" h="485139">
                  <a:moveTo>
                    <a:pt x="0" y="242315"/>
                  </a:moveTo>
                  <a:lnTo>
                    <a:pt x="242315" y="0"/>
                  </a:lnTo>
                  <a:lnTo>
                    <a:pt x="242315" y="121157"/>
                  </a:lnTo>
                  <a:lnTo>
                    <a:pt x="978407" y="121157"/>
                  </a:lnTo>
                  <a:lnTo>
                    <a:pt x="978407" y="363473"/>
                  </a:lnTo>
                  <a:lnTo>
                    <a:pt x="242315" y="363473"/>
                  </a:lnTo>
                  <a:lnTo>
                    <a:pt x="242315" y="484631"/>
                  </a:lnTo>
                  <a:lnTo>
                    <a:pt x="0" y="242315"/>
                  </a:lnTo>
                  <a:close/>
                </a:path>
              </a:pathLst>
            </a:custGeom>
            <a:noFill/>
            <a:ln w="25399">
              <a:solidFill>
                <a:srgbClr val="9f4b4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0" name="object 30"/>
          <p:cNvGrpSpPr/>
          <p:nvPr/>
        </p:nvGrpSpPr>
        <p:grpSpPr>
          <a:xfrm>
            <a:off x="923760" y="3053880"/>
            <a:ext cx="484920" cy="978120"/>
            <a:chOff x="923760" y="3053880"/>
            <a:chExt cx="484920" cy="978120"/>
          </a:xfrm>
        </p:grpSpPr>
        <p:sp>
          <p:nvSpPr>
            <p:cNvPr id="171" name="object 31"/>
            <p:cNvSpPr/>
            <p:nvPr/>
          </p:nvSpPr>
          <p:spPr>
            <a:xfrm>
              <a:off x="923760" y="3053880"/>
              <a:ext cx="484920" cy="978120"/>
            </a:xfrm>
            <a:custGeom>
              <a:avLst/>
              <a:gdLst/>
              <a:ahLst/>
              <a:rect l="l" t="t" r="r" b="b"/>
              <a:pathLst>
                <a:path w="485140" h="978535">
                  <a:moveTo>
                    <a:pt x="363474" y="0"/>
                  </a:moveTo>
                  <a:lnTo>
                    <a:pt x="121157" y="0"/>
                  </a:lnTo>
                  <a:lnTo>
                    <a:pt x="121157" y="736092"/>
                  </a:lnTo>
                  <a:lnTo>
                    <a:pt x="0" y="736092"/>
                  </a:lnTo>
                  <a:lnTo>
                    <a:pt x="242315" y="978407"/>
                  </a:lnTo>
                  <a:lnTo>
                    <a:pt x="484633" y="736092"/>
                  </a:lnTo>
                  <a:lnTo>
                    <a:pt x="363474" y="736092"/>
                  </a:lnTo>
                  <a:lnTo>
                    <a:pt x="363474" y="0"/>
                  </a:lnTo>
                  <a:close/>
                </a:path>
              </a:pathLst>
            </a:custGeom>
            <a:solidFill>
              <a:srgbClr val="cd665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2" name="object 32"/>
            <p:cNvSpPr/>
            <p:nvPr/>
          </p:nvSpPr>
          <p:spPr>
            <a:xfrm>
              <a:off x="923760" y="3053880"/>
              <a:ext cx="484920" cy="978120"/>
            </a:xfrm>
            <a:custGeom>
              <a:avLst/>
              <a:gdLst/>
              <a:ahLst/>
              <a:rect l="l" t="t" r="r" b="b"/>
              <a:pathLst>
                <a:path w="485140" h="978535">
                  <a:moveTo>
                    <a:pt x="0" y="736091"/>
                  </a:moveTo>
                  <a:lnTo>
                    <a:pt x="121157" y="736091"/>
                  </a:lnTo>
                  <a:lnTo>
                    <a:pt x="121157" y="0"/>
                  </a:lnTo>
                  <a:lnTo>
                    <a:pt x="363473" y="0"/>
                  </a:lnTo>
                  <a:lnTo>
                    <a:pt x="363473" y="736091"/>
                  </a:lnTo>
                  <a:lnTo>
                    <a:pt x="484631" y="736091"/>
                  </a:lnTo>
                  <a:lnTo>
                    <a:pt x="242315" y="978407"/>
                  </a:lnTo>
                  <a:lnTo>
                    <a:pt x="0" y="736091"/>
                  </a:lnTo>
                  <a:close/>
                </a:path>
              </a:pathLst>
            </a:custGeom>
            <a:noFill/>
            <a:ln w="25399">
              <a:solidFill>
                <a:srgbClr val="9f4b4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3" name="object 33"/>
          <p:cNvGrpSpPr/>
          <p:nvPr/>
        </p:nvGrpSpPr>
        <p:grpSpPr>
          <a:xfrm>
            <a:off x="2495160" y="4768560"/>
            <a:ext cx="1216440" cy="484920"/>
            <a:chOff x="2495160" y="4768560"/>
            <a:chExt cx="1216440" cy="484920"/>
          </a:xfrm>
        </p:grpSpPr>
        <p:sp>
          <p:nvSpPr>
            <p:cNvPr id="174" name="object 34"/>
            <p:cNvSpPr/>
            <p:nvPr/>
          </p:nvSpPr>
          <p:spPr>
            <a:xfrm>
              <a:off x="2495160" y="4768560"/>
              <a:ext cx="1216440" cy="484920"/>
            </a:xfrm>
            <a:custGeom>
              <a:avLst/>
              <a:gdLst/>
              <a:ahLst/>
              <a:rect l="l" t="t" r="r" b="b"/>
              <a:pathLst>
                <a:path w="1216660" h="485139">
                  <a:moveTo>
                    <a:pt x="973835" y="0"/>
                  </a:moveTo>
                  <a:lnTo>
                    <a:pt x="973835" y="121158"/>
                  </a:lnTo>
                  <a:lnTo>
                    <a:pt x="242316" y="121158"/>
                  </a:lnTo>
                  <a:lnTo>
                    <a:pt x="242316" y="0"/>
                  </a:lnTo>
                  <a:lnTo>
                    <a:pt x="0" y="242316"/>
                  </a:lnTo>
                  <a:lnTo>
                    <a:pt x="242316" y="484632"/>
                  </a:lnTo>
                  <a:lnTo>
                    <a:pt x="242316" y="363474"/>
                  </a:lnTo>
                  <a:lnTo>
                    <a:pt x="973835" y="363474"/>
                  </a:lnTo>
                  <a:lnTo>
                    <a:pt x="973835" y="484632"/>
                  </a:lnTo>
                  <a:lnTo>
                    <a:pt x="1216152" y="242316"/>
                  </a:lnTo>
                  <a:lnTo>
                    <a:pt x="973835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" name="object 35"/>
            <p:cNvSpPr/>
            <p:nvPr/>
          </p:nvSpPr>
          <p:spPr>
            <a:xfrm>
              <a:off x="2495160" y="4768560"/>
              <a:ext cx="1216440" cy="484920"/>
            </a:xfrm>
            <a:custGeom>
              <a:avLst/>
              <a:gdLst/>
              <a:ahLst/>
              <a:rect l="l" t="t" r="r" b="b"/>
              <a:pathLst>
                <a:path w="1216660" h="485139">
                  <a:moveTo>
                    <a:pt x="0" y="242315"/>
                  </a:moveTo>
                  <a:lnTo>
                    <a:pt x="242315" y="0"/>
                  </a:lnTo>
                  <a:lnTo>
                    <a:pt x="242315" y="121157"/>
                  </a:lnTo>
                  <a:lnTo>
                    <a:pt x="973835" y="121157"/>
                  </a:lnTo>
                  <a:lnTo>
                    <a:pt x="973835" y="0"/>
                  </a:lnTo>
                  <a:lnTo>
                    <a:pt x="1216149" y="242315"/>
                  </a:lnTo>
                  <a:lnTo>
                    <a:pt x="973835" y="484631"/>
                  </a:lnTo>
                  <a:lnTo>
                    <a:pt x="973835" y="363473"/>
                  </a:lnTo>
                  <a:lnTo>
                    <a:pt x="242315" y="363473"/>
                  </a:lnTo>
                  <a:lnTo>
                    <a:pt x="242315" y="484631"/>
                  </a:lnTo>
                  <a:lnTo>
                    <a:pt x="0" y="242315"/>
                  </a:lnTo>
                  <a:close/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76" name="object 36"/>
          <p:cNvSpPr/>
          <p:nvPr/>
        </p:nvSpPr>
        <p:spPr>
          <a:xfrm>
            <a:off x="7829280" y="1415880"/>
            <a:ext cx="1058040" cy="10900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77" name="object 37"/>
          <p:cNvGrpSpPr/>
          <p:nvPr/>
        </p:nvGrpSpPr>
        <p:grpSpPr>
          <a:xfrm>
            <a:off x="6136920" y="1732320"/>
            <a:ext cx="1216440" cy="484920"/>
            <a:chOff x="6136920" y="1732320"/>
            <a:chExt cx="1216440" cy="484920"/>
          </a:xfrm>
        </p:grpSpPr>
        <p:sp>
          <p:nvSpPr>
            <p:cNvPr id="178" name="object 38"/>
            <p:cNvSpPr/>
            <p:nvPr/>
          </p:nvSpPr>
          <p:spPr>
            <a:xfrm>
              <a:off x="6136920" y="1732320"/>
              <a:ext cx="1216440" cy="484920"/>
            </a:xfrm>
            <a:custGeom>
              <a:avLst/>
              <a:gdLst/>
              <a:ahLst/>
              <a:rect l="l" t="t" r="r" b="b"/>
              <a:pathLst>
                <a:path w="1216659" h="485139">
                  <a:moveTo>
                    <a:pt x="973836" y="0"/>
                  </a:moveTo>
                  <a:lnTo>
                    <a:pt x="973836" y="121157"/>
                  </a:lnTo>
                  <a:lnTo>
                    <a:pt x="242316" y="121157"/>
                  </a:lnTo>
                  <a:lnTo>
                    <a:pt x="242316" y="0"/>
                  </a:lnTo>
                  <a:lnTo>
                    <a:pt x="0" y="242315"/>
                  </a:lnTo>
                  <a:lnTo>
                    <a:pt x="242316" y="484631"/>
                  </a:lnTo>
                  <a:lnTo>
                    <a:pt x="242316" y="363474"/>
                  </a:lnTo>
                  <a:lnTo>
                    <a:pt x="973836" y="363474"/>
                  </a:lnTo>
                  <a:lnTo>
                    <a:pt x="973836" y="484631"/>
                  </a:lnTo>
                  <a:lnTo>
                    <a:pt x="1216152" y="242315"/>
                  </a:lnTo>
                  <a:lnTo>
                    <a:pt x="973836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9" name="object 39"/>
            <p:cNvSpPr/>
            <p:nvPr/>
          </p:nvSpPr>
          <p:spPr>
            <a:xfrm>
              <a:off x="6136920" y="1732320"/>
              <a:ext cx="1216440" cy="484920"/>
            </a:xfrm>
            <a:custGeom>
              <a:avLst/>
              <a:gdLst/>
              <a:ahLst/>
              <a:rect l="l" t="t" r="r" b="b"/>
              <a:pathLst>
                <a:path w="1216659" h="485139">
                  <a:moveTo>
                    <a:pt x="0" y="242315"/>
                  </a:moveTo>
                  <a:lnTo>
                    <a:pt x="242315" y="0"/>
                  </a:lnTo>
                  <a:lnTo>
                    <a:pt x="242315" y="121157"/>
                  </a:lnTo>
                  <a:lnTo>
                    <a:pt x="973835" y="121157"/>
                  </a:lnTo>
                  <a:lnTo>
                    <a:pt x="973835" y="0"/>
                  </a:lnTo>
                  <a:lnTo>
                    <a:pt x="1216148" y="242315"/>
                  </a:lnTo>
                  <a:lnTo>
                    <a:pt x="973835" y="484631"/>
                  </a:lnTo>
                  <a:lnTo>
                    <a:pt x="973835" y="363473"/>
                  </a:lnTo>
                  <a:lnTo>
                    <a:pt x="242315" y="363473"/>
                  </a:lnTo>
                  <a:lnTo>
                    <a:pt x="242315" y="484631"/>
                  </a:lnTo>
                  <a:lnTo>
                    <a:pt x="0" y="242315"/>
                  </a:lnTo>
                  <a:close/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80" name="object 40"/>
          <p:cNvGrpSpPr/>
          <p:nvPr/>
        </p:nvGrpSpPr>
        <p:grpSpPr>
          <a:xfrm>
            <a:off x="6255720" y="4768560"/>
            <a:ext cx="978120" cy="484920"/>
            <a:chOff x="6255720" y="4768560"/>
            <a:chExt cx="978120" cy="484920"/>
          </a:xfrm>
        </p:grpSpPr>
        <p:sp>
          <p:nvSpPr>
            <p:cNvPr id="181" name="object 41"/>
            <p:cNvSpPr/>
            <p:nvPr/>
          </p:nvSpPr>
          <p:spPr>
            <a:xfrm>
              <a:off x="6255720" y="4768560"/>
              <a:ext cx="978120" cy="484920"/>
            </a:xfrm>
            <a:custGeom>
              <a:avLst/>
              <a:gdLst/>
              <a:ahLst/>
              <a:rect l="l" t="t" r="r" b="b"/>
              <a:pathLst>
                <a:path w="978534" h="485139">
                  <a:moveTo>
                    <a:pt x="736092" y="0"/>
                  </a:moveTo>
                  <a:lnTo>
                    <a:pt x="736092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736092" y="363474"/>
                  </a:lnTo>
                  <a:lnTo>
                    <a:pt x="736092" y="484632"/>
                  </a:lnTo>
                  <a:lnTo>
                    <a:pt x="978407" y="242316"/>
                  </a:lnTo>
                  <a:lnTo>
                    <a:pt x="736092" y="0"/>
                  </a:lnTo>
                  <a:close/>
                </a:path>
              </a:pathLst>
            </a:custGeom>
            <a:solidFill>
              <a:srgbClr val="aac46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" name="object 42"/>
            <p:cNvSpPr/>
            <p:nvPr/>
          </p:nvSpPr>
          <p:spPr>
            <a:xfrm>
              <a:off x="6255720" y="4768560"/>
              <a:ext cx="978120" cy="484920"/>
            </a:xfrm>
            <a:custGeom>
              <a:avLst/>
              <a:gdLst/>
              <a:ahLst/>
              <a:rect l="l" t="t" r="r" b="b"/>
              <a:pathLst>
                <a:path w="978534" h="485139">
                  <a:moveTo>
                    <a:pt x="0" y="121157"/>
                  </a:moveTo>
                  <a:lnTo>
                    <a:pt x="736091" y="121157"/>
                  </a:lnTo>
                  <a:lnTo>
                    <a:pt x="736091" y="0"/>
                  </a:lnTo>
                  <a:lnTo>
                    <a:pt x="978407" y="242315"/>
                  </a:lnTo>
                  <a:lnTo>
                    <a:pt x="736091" y="484631"/>
                  </a:lnTo>
                  <a:lnTo>
                    <a:pt x="736091" y="363473"/>
                  </a:lnTo>
                  <a:lnTo>
                    <a:pt x="0" y="363473"/>
                  </a:lnTo>
                  <a:lnTo>
                    <a:pt x="0" y="121157"/>
                  </a:lnTo>
                  <a:close/>
                </a:path>
              </a:pathLst>
            </a:custGeom>
            <a:noFill/>
            <a:ln w="25399">
              <a:solidFill>
                <a:srgbClr val="8399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83" name="object 43"/>
          <p:cNvGrpSpPr/>
          <p:nvPr/>
        </p:nvGrpSpPr>
        <p:grpSpPr>
          <a:xfrm>
            <a:off x="8210160" y="3053880"/>
            <a:ext cx="484920" cy="978120"/>
            <a:chOff x="8210160" y="3053880"/>
            <a:chExt cx="484920" cy="978120"/>
          </a:xfrm>
        </p:grpSpPr>
        <p:sp>
          <p:nvSpPr>
            <p:cNvPr id="184" name="object 44"/>
            <p:cNvSpPr/>
            <p:nvPr/>
          </p:nvSpPr>
          <p:spPr>
            <a:xfrm>
              <a:off x="8210160" y="3053880"/>
              <a:ext cx="484920" cy="978120"/>
            </a:xfrm>
            <a:custGeom>
              <a:avLst/>
              <a:gdLst/>
              <a:ahLst/>
              <a:rect l="l" t="t" r="r" b="b"/>
              <a:pathLst>
                <a:path w="485140" h="978535">
                  <a:moveTo>
                    <a:pt x="242316" y="0"/>
                  </a:moveTo>
                  <a:lnTo>
                    <a:pt x="0" y="242316"/>
                  </a:lnTo>
                  <a:lnTo>
                    <a:pt x="121158" y="242316"/>
                  </a:lnTo>
                  <a:lnTo>
                    <a:pt x="121158" y="978407"/>
                  </a:lnTo>
                  <a:lnTo>
                    <a:pt x="363474" y="978407"/>
                  </a:lnTo>
                  <a:lnTo>
                    <a:pt x="363474" y="242316"/>
                  </a:lnTo>
                  <a:lnTo>
                    <a:pt x="484632" y="242316"/>
                  </a:lnTo>
                  <a:lnTo>
                    <a:pt x="242316" y="0"/>
                  </a:lnTo>
                  <a:close/>
                </a:path>
              </a:pathLst>
            </a:custGeom>
            <a:solidFill>
              <a:srgbClr val="aac46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" name="object 45"/>
            <p:cNvSpPr/>
            <p:nvPr/>
          </p:nvSpPr>
          <p:spPr>
            <a:xfrm>
              <a:off x="8210160" y="3053880"/>
              <a:ext cx="484920" cy="978120"/>
            </a:xfrm>
            <a:custGeom>
              <a:avLst/>
              <a:gdLst/>
              <a:ahLst/>
              <a:rect l="l" t="t" r="r" b="b"/>
              <a:pathLst>
                <a:path w="485140" h="978535">
                  <a:moveTo>
                    <a:pt x="0" y="242315"/>
                  </a:moveTo>
                  <a:lnTo>
                    <a:pt x="242315" y="0"/>
                  </a:lnTo>
                  <a:lnTo>
                    <a:pt x="484631" y="242315"/>
                  </a:lnTo>
                  <a:lnTo>
                    <a:pt x="363473" y="242315"/>
                  </a:lnTo>
                  <a:lnTo>
                    <a:pt x="363473" y="978407"/>
                  </a:lnTo>
                  <a:lnTo>
                    <a:pt x="121157" y="978407"/>
                  </a:lnTo>
                  <a:lnTo>
                    <a:pt x="121157" y="242315"/>
                  </a:lnTo>
                  <a:lnTo>
                    <a:pt x="0" y="242315"/>
                  </a:lnTo>
                  <a:close/>
                </a:path>
              </a:pathLst>
            </a:custGeom>
            <a:noFill/>
            <a:ln w="25399">
              <a:solidFill>
                <a:srgbClr val="8399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539640" y="-169200"/>
            <a:ext cx="583236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Sistema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S PGothic"/>
              </a:rPr>
              <a:t>de </a:t>
            </a: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Gerência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S PGothic"/>
              </a:rPr>
              <a:t>de</a:t>
            </a:r>
            <a:r>
              <a:rPr b="0" lang="en-US" sz="3200" spc="4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Conﬁguração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11640" y="-231120"/>
            <a:ext cx="564912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Sistema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MS PGothic"/>
              </a:rPr>
              <a:t>x </a:t>
            </a: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Funções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MS PGothic"/>
              </a:rPr>
              <a:t>de</a:t>
            </a:r>
            <a:r>
              <a:rPr b="0" lang="en-US" sz="3600" spc="-41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MS PGothic"/>
              </a:rPr>
              <a:t>GC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8" name="object 12"/>
          <p:cNvGrpSpPr/>
          <p:nvPr/>
        </p:nvGrpSpPr>
        <p:grpSpPr>
          <a:xfrm>
            <a:off x="1270800" y="1669680"/>
            <a:ext cx="7691040" cy="1932480"/>
            <a:chOff x="1270800" y="1669680"/>
            <a:chExt cx="7691040" cy="1932480"/>
          </a:xfrm>
        </p:grpSpPr>
        <p:sp>
          <p:nvSpPr>
            <p:cNvPr id="189" name="object 13"/>
            <p:cNvSpPr/>
            <p:nvPr/>
          </p:nvSpPr>
          <p:spPr>
            <a:xfrm>
              <a:off x="1270800" y="2040480"/>
              <a:ext cx="7690680" cy="1005480"/>
            </a:xfrm>
            <a:custGeom>
              <a:avLst/>
              <a:gdLst/>
              <a:ahLst/>
              <a:rect l="l" t="t" r="r" b="b"/>
              <a:pathLst>
                <a:path w="7691120" h="1005839">
                  <a:moveTo>
                    <a:pt x="6684196" y="0"/>
                  </a:moveTo>
                  <a:lnTo>
                    <a:pt x="0" y="0"/>
                  </a:lnTo>
                  <a:lnTo>
                    <a:pt x="1006547" y="1005433"/>
                  </a:lnTo>
                  <a:lnTo>
                    <a:pt x="7690747" y="1005433"/>
                  </a:lnTo>
                  <a:lnTo>
                    <a:pt x="6684196" y="0"/>
                  </a:lnTo>
                  <a:close/>
                </a:path>
              </a:pathLst>
            </a:custGeom>
            <a:solidFill>
              <a:srgbClr val="2d2d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" name="object 14"/>
            <p:cNvSpPr/>
            <p:nvPr/>
          </p:nvSpPr>
          <p:spPr>
            <a:xfrm>
              <a:off x="1270800" y="2040480"/>
              <a:ext cx="1006920" cy="1005480"/>
            </a:xfrm>
            <a:custGeom>
              <a:avLst/>
              <a:gdLst/>
              <a:ahLst/>
              <a:rect l="l" t="t" r="r" b="b"/>
              <a:pathLst>
                <a:path w="1007110" h="1005839">
                  <a:moveTo>
                    <a:pt x="0" y="0"/>
                  </a:moveTo>
                  <a:lnTo>
                    <a:pt x="1006550" y="1005428"/>
                  </a:lnTo>
                </a:path>
              </a:pathLst>
            </a:custGeom>
            <a:noFill/>
            <a:ln w="4948">
              <a:solidFill>
                <a:srgbClr val="2d2d2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1" name="object 15"/>
            <p:cNvSpPr/>
            <p:nvPr/>
          </p:nvSpPr>
          <p:spPr>
            <a:xfrm>
              <a:off x="7954920" y="1669680"/>
              <a:ext cx="1006920" cy="1376280"/>
            </a:xfrm>
            <a:custGeom>
              <a:avLst/>
              <a:gdLst/>
              <a:ahLst/>
              <a:rect l="l" t="t" r="r" b="b"/>
              <a:pathLst>
                <a:path w="1007109" h="1376679">
                  <a:moveTo>
                    <a:pt x="0" y="0"/>
                  </a:moveTo>
                  <a:lnTo>
                    <a:pt x="0" y="370928"/>
                  </a:lnTo>
                  <a:lnTo>
                    <a:pt x="1006551" y="1376362"/>
                  </a:lnTo>
                  <a:lnTo>
                    <a:pt x="1006551" y="10054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43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" name="object 16"/>
            <p:cNvSpPr/>
            <p:nvPr/>
          </p:nvSpPr>
          <p:spPr>
            <a:xfrm>
              <a:off x="7954920" y="2040480"/>
              <a:ext cx="1006920" cy="1005480"/>
            </a:xfrm>
            <a:custGeom>
              <a:avLst/>
              <a:gdLst/>
              <a:ahLst/>
              <a:rect l="l" t="t" r="r" b="b"/>
              <a:pathLst>
                <a:path w="1007109" h="1005839">
                  <a:moveTo>
                    <a:pt x="0" y="0"/>
                  </a:moveTo>
                  <a:lnTo>
                    <a:pt x="1006550" y="1005428"/>
                  </a:lnTo>
                </a:path>
              </a:pathLst>
            </a:custGeom>
            <a:noFill/>
            <a:ln w="4948">
              <a:solidFill>
                <a:srgbClr val="43434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" name="object 17"/>
            <p:cNvSpPr/>
            <p:nvPr/>
          </p:nvSpPr>
          <p:spPr>
            <a:xfrm>
              <a:off x="1270800" y="1669680"/>
              <a:ext cx="6684120" cy="371160"/>
            </a:xfrm>
            <a:custGeom>
              <a:avLst/>
              <a:gdLst/>
              <a:ahLst/>
              <a:rect l="l" t="t" r="r" b="b"/>
              <a:pathLst>
                <a:path w="6684645" h="371475">
                  <a:moveTo>
                    <a:pt x="6684200" y="0"/>
                  </a:moveTo>
                  <a:lnTo>
                    <a:pt x="0" y="0"/>
                  </a:lnTo>
                  <a:lnTo>
                    <a:pt x="0" y="370931"/>
                  </a:lnTo>
                  <a:lnTo>
                    <a:pt x="6684200" y="370931"/>
                  </a:lnTo>
                  <a:lnTo>
                    <a:pt x="6684200" y="0"/>
                  </a:lnTo>
                  <a:close/>
                </a:path>
              </a:pathLst>
            </a:custGeom>
            <a:solidFill>
              <a:srgbClr val="3a3a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" name="object 18"/>
            <p:cNvSpPr/>
            <p:nvPr/>
          </p:nvSpPr>
          <p:spPr>
            <a:xfrm>
              <a:off x="1270800" y="1669680"/>
              <a:ext cx="360" cy="371160"/>
            </a:xfrm>
            <a:custGeom>
              <a:avLst/>
              <a:gdLst/>
              <a:ahLst/>
              <a:rect l="l" t="t" r="r" b="b"/>
              <a:pathLst>
                <a:path w="0" h="371475">
                  <a:moveTo>
                    <a:pt x="0" y="0"/>
                  </a:moveTo>
                  <a:lnTo>
                    <a:pt x="0" y="370930"/>
                  </a:lnTo>
                </a:path>
              </a:pathLst>
            </a:custGeom>
            <a:noFill/>
            <a:ln w="19805">
              <a:solidFill>
                <a:srgbClr val="40404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" name="object 19"/>
            <p:cNvSpPr/>
            <p:nvPr/>
          </p:nvSpPr>
          <p:spPr>
            <a:xfrm>
              <a:off x="1270800" y="2030400"/>
              <a:ext cx="6684120" cy="19800"/>
            </a:xfrm>
            <a:custGeom>
              <a:avLst/>
              <a:gdLst/>
              <a:ahLst/>
              <a:rect l="l" t="t" r="r" b="b"/>
              <a:pathLst>
                <a:path w="6684645" h="20319">
                  <a:moveTo>
                    <a:pt x="0" y="19783"/>
                  </a:moveTo>
                  <a:lnTo>
                    <a:pt x="6684204" y="19783"/>
                  </a:lnTo>
                  <a:lnTo>
                    <a:pt x="6684204" y="0"/>
                  </a:lnTo>
                  <a:lnTo>
                    <a:pt x="0" y="0"/>
                  </a:lnTo>
                  <a:lnTo>
                    <a:pt x="0" y="19783"/>
                  </a:lnTo>
                  <a:close/>
                </a:path>
              </a:pathLst>
            </a:custGeom>
            <a:solidFill>
              <a:srgbClr val="37373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" name="object 20"/>
            <p:cNvSpPr/>
            <p:nvPr/>
          </p:nvSpPr>
          <p:spPr>
            <a:xfrm>
              <a:off x="7954920" y="1669680"/>
              <a:ext cx="360" cy="371160"/>
            </a:xfrm>
            <a:custGeom>
              <a:avLst/>
              <a:gdLst/>
              <a:ahLst/>
              <a:rect l="l" t="t" r="r" b="b"/>
              <a:pathLst>
                <a:path w="0" h="371475">
                  <a:moveTo>
                    <a:pt x="0" y="370930"/>
                  </a:moveTo>
                  <a:lnTo>
                    <a:pt x="0" y="0"/>
                  </a:lnTo>
                </a:path>
              </a:pathLst>
            </a:custGeom>
            <a:noFill/>
            <a:ln w="19805">
              <a:solidFill>
                <a:srgbClr val="46464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" name="object 21"/>
            <p:cNvSpPr/>
            <p:nvPr/>
          </p:nvSpPr>
          <p:spPr>
            <a:xfrm>
              <a:off x="1270800" y="1669680"/>
              <a:ext cx="6684120" cy="360"/>
            </a:xfrm>
            <a:custGeom>
              <a:avLst/>
              <a:gdLst/>
              <a:ahLst/>
              <a:rect l="l" t="t" r="r" b="b"/>
              <a:pathLst>
                <a:path w="6684645" h="0">
                  <a:moveTo>
                    <a:pt x="6684204" y="0"/>
                  </a:moveTo>
                  <a:lnTo>
                    <a:pt x="0" y="0"/>
                  </a:lnTo>
                </a:path>
              </a:pathLst>
            </a:custGeom>
            <a:noFill/>
            <a:ln w="19782">
              <a:solidFill>
                <a:srgbClr val="37373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" name="object 22"/>
            <p:cNvSpPr/>
            <p:nvPr/>
          </p:nvSpPr>
          <p:spPr>
            <a:xfrm>
              <a:off x="1270800" y="2596680"/>
              <a:ext cx="2305800" cy="1005480"/>
            </a:xfrm>
            <a:custGeom>
              <a:avLst/>
              <a:gdLst/>
              <a:ahLst/>
              <a:rect l="l" t="t" r="r" b="b"/>
              <a:pathLst>
                <a:path w="2306320" h="1005839">
                  <a:moveTo>
                    <a:pt x="1299701" y="0"/>
                  </a:moveTo>
                  <a:lnTo>
                    <a:pt x="0" y="0"/>
                  </a:lnTo>
                  <a:lnTo>
                    <a:pt x="1006547" y="1005433"/>
                  </a:lnTo>
                  <a:lnTo>
                    <a:pt x="2306252" y="1005433"/>
                  </a:lnTo>
                  <a:lnTo>
                    <a:pt x="1299701" y="0"/>
                  </a:lnTo>
                  <a:close/>
                </a:path>
              </a:pathLst>
            </a:custGeom>
            <a:solidFill>
              <a:srgbClr val="58585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9" name="object 23"/>
            <p:cNvSpPr/>
            <p:nvPr/>
          </p:nvSpPr>
          <p:spPr>
            <a:xfrm>
              <a:off x="1270800" y="2596680"/>
              <a:ext cx="1006920" cy="1005480"/>
            </a:xfrm>
            <a:custGeom>
              <a:avLst/>
              <a:gdLst/>
              <a:ahLst/>
              <a:rect l="l" t="t" r="r" b="b"/>
              <a:pathLst>
                <a:path w="1007110" h="1005839">
                  <a:moveTo>
                    <a:pt x="0" y="0"/>
                  </a:moveTo>
                  <a:lnTo>
                    <a:pt x="1006550" y="1005428"/>
                  </a:lnTo>
                </a:path>
              </a:pathLst>
            </a:custGeom>
            <a:noFill/>
            <a:ln w="4948">
              <a:solidFill>
                <a:srgbClr val="58585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0" name="object 24"/>
            <p:cNvSpPr/>
            <p:nvPr/>
          </p:nvSpPr>
          <p:spPr>
            <a:xfrm>
              <a:off x="2570400" y="2225880"/>
              <a:ext cx="1006920" cy="1376280"/>
            </a:xfrm>
            <a:custGeom>
              <a:avLst/>
              <a:gdLst/>
              <a:ahLst/>
              <a:rect l="l" t="t" r="r" b="b"/>
              <a:pathLst>
                <a:path w="1007110" h="1376679">
                  <a:moveTo>
                    <a:pt x="0" y="0"/>
                  </a:moveTo>
                  <a:lnTo>
                    <a:pt x="0" y="370928"/>
                  </a:lnTo>
                  <a:lnTo>
                    <a:pt x="1006551" y="1376362"/>
                  </a:lnTo>
                  <a:lnTo>
                    <a:pt x="1006551" y="10054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84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1" name="object 25"/>
            <p:cNvSpPr/>
            <p:nvPr/>
          </p:nvSpPr>
          <p:spPr>
            <a:xfrm>
              <a:off x="2570400" y="2596680"/>
              <a:ext cx="1006920" cy="1005480"/>
            </a:xfrm>
            <a:custGeom>
              <a:avLst/>
              <a:gdLst/>
              <a:ahLst/>
              <a:rect l="l" t="t" r="r" b="b"/>
              <a:pathLst>
                <a:path w="1007110" h="1005839">
                  <a:moveTo>
                    <a:pt x="0" y="0"/>
                  </a:moveTo>
                  <a:lnTo>
                    <a:pt x="1006550" y="1005428"/>
                  </a:lnTo>
                </a:path>
              </a:pathLst>
            </a:custGeom>
            <a:noFill/>
            <a:ln w="4948">
              <a:solidFill>
                <a:srgbClr val="84848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2" name="object 26"/>
            <p:cNvSpPr/>
            <p:nvPr/>
          </p:nvSpPr>
          <p:spPr>
            <a:xfrm>
              <a:off x="1270800" y="2225880"/>
              <a:ext cx="1299600" cy="371160"/>
            </a:xfrm>
            <a:custGeom>
              <a:avLst/>
              <a:gdLst/>
              <a:ahLst/>
              <a:rect l="l" t="t" r="r" b="b"/>
              <a:pathLst>
                <a:path w="1299845" h="371475">
                  <a:moveTo>
                    <a:pt x="1299705" y="0"/>
                  </a:moveTo>
                  <a:lnTo>
                    <a:pt x="0" y="0"/>
                  </a:lnTo>
                  <a:lnTo>
                    <a:pt x="0" y="370931"/>
                  </a:lnTo>
                  <a:lnTo>
                    <a:pt x="1299705" y="370931"/>
                  </a:lnTo>
                  <a:lnTo>
                    <a:pt x="1299705" y="0"/>
                  </a:lnTo>
                  <a:close/>
                </a:path>
              </a:pathLst>
            </a:custGeom>
            <a:solidFill>
              <a:srgbClr val="73737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3" name="object 27"/>
            <p:cNvSpPr/>
            <p:nvPr/>
          </p:nvSpPr>
          <p:spPr>
            <a:xfrm>
              <a:off x="1270800" y="2225880"/>
              <a:ext cx="360" cy="371160"/>
            </a:xfrm>
            <a:custGeom>
              <a:avLst/>
              <a:gdLst/>
              <a:ahLst/>
              <a:rect l="l" t="t" r="r" b="b"/>
              <a:pathLst>
                <a:path w="0" h="371475">
                  <a:moveTo>
                    <a:pt x="0" y="0"/>
                  </a:moveTo>
                  <a:lnTo>
                    <a:pt x="0" y="370930"/>
                  </a:lnTo>
                </a:path>
              </a:pathLst>
            </a:custGeom>
            <a:noFill/>
            <a:ln w="19805">
              <a:solidFill>
                <a:srgbClr val="7c7c7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" name="object 28"/>
            <p:cNvSpPr/>
            <p:nvPr/>
          </p:nvSpPr>
          <p:spPr>
            <a:xfrm>
              <a:off x="1270800" y="2586960"/>
              <a:ext cx="1299600" cy="19800"/>
            </a:xfrm>
            <a:custGeom>
              <a:avLst/>
              <a:gdLst/>
              <a:ahLst/>
              <a:rect l="l" t="t" r="r" b="b"/>
              <a:pathLst>
                <a:path w="1299845" h="20319">
                  <a:moveTo>
                    <a:pt x="0" y="19783"/>
                  </a:moveTo>
                  <a:lnTo>
                    <a:pt x="1299706" y="19783"/>
                  </a:lnTo>
                  <a:lnTo>
                    <a:pt x="1299706" y="0"/>
                  </a:lnTo>
                  <a:lnTo>
                    <a:pt x="0" y="0"/>
                  </a:lnTo>
                  <a:lnTo>
                    <a:pt x="0" y="19783"/>
                  </a:lnTo>
                  <a:close/>
                </a:path>
              </a:pathLst>
            </a:custGeom>
            <a:solidFill>
              <a:srgbClr val="6b6b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5" name="object 29"/>
            <p:cNvSpPr/>
            <p:nvPr/>
          </p:nvSpPr>
          <p:spPr>
            <a:xfrm>
              <a:off x="2570400" y="2225880"/>
              <a:ext cx="360" cy="371160"/>
            </a:xfrm>
            <a:custGeom>
              <a:avLst/>
              <a:gdLst/>
              <a:ahLst/>
              <a:rect l="l" t="t" r="r" b="b"/>
              <a:pathLst>
                <a:path w="0" h="371475">
                  <a:moveTo>
                    <a:pt x="0" y="370930"/>
                  </a:moveTo>
                  <a:lnTo>
                    <a:pt x="0" y="0"/>
                  </a:lnTo>
                </a:path>
              </a:pathLst>
            </a:custGeom>
            <a:noFill/>
            <a:ln w="19805">
              <a:solidFill>
                <a:srgbClr val="8989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" name="object 30"/>
            <p:cNvSpPr/>
            <p:nvPr/>
          </p:nvSpPr>
          <p:spPr>
            <a:xfrm>
              <a:off x="1270800" y="2225880"/>
              <a:ext cx="1299600" cy="360"/>
            </a:xfrm>
            <a:custGeom>
              <a:avLst/>
              <a:gdLst/>
              <a:ahLst/>
              <a:rect l="l" t="t" r="r" b="b"/>
              <a:pathLst>
                <a:path w="1299845" h="0">
                  <a:moveTo>
                    <a:pt x="1299706" y="0"/>
                  </a:moveTo>
                  <a:lnTo>
                    <a:pt x="0" y="0"/>
                  </a:lnTo>
                </a:path>
              </a:pathLst>
            </a:custGeom>
            <a:noFill/>
            <a:ln w="19782">
              <a:solidFill>
                <a:srgbClr val="6b6b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07" name="object 31"/>
          <p:cNvSpPr/>
          <p:nvPr/>
        </p:nvSpPr>
        <p:spPr>
          <a:xfrm>
            <a:off x="1280880" y="2279880"/>
            <a:ext cx="127980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640" bIns="0" anchor="t">
            <a:spAutoFit/>
          </a:bodyPr>
          <a:p>
            <a:pPr marL="101520">
              <a:lnSpc>
                <a:spcPct val="100000"/>
              </a:lnSpc>
              <a:spcBef>
                <a:spcPts val="139"/>
              </a:spcBef>
            </a:pPr>
            <a:r>
              <a:rPr b="0" lang="en-US" sz="1600" spc="9" strike="noStrike">
                <a:solidFill>
                  <a:srgbClr val="000000"/>
                </a:solidFill>
                <a:latin typeface="Times New Roman"/>
                <a:ea typeface="MS PGothic"/>
              </a:rPr>
              <a:t>Identificação</a:t>
            </a:r>
            <a:endParaRPr b="0" lang="pt-BR" sz="1600" spc="-1" strike="noStrike">
              <a:latin typeface="Arial"/>
            </a:endParaRPr>
          </a:p>
        </p:txBody>
      </p:sp>
      <p:grpSp>
        <p:nvGrpSpPr>
          <p:cNvPr id="208" name="object 32"/>
          <p:cNvGrpSpPr/>
          <p:nvPr/>
        </p:nvGrpSpPr>
        <p:grpSpPr>
          <a:xfrm>
            <a:off x="2756160" y="2225880"/>
            <a:ext cx="4906080" cy="1391040"/>
            <a:chOff x="2756160" y="2225880"/>
            <a:chExt cx="4906080" cy="1391040"/>
          </a:xfrm>
        </p:grpSpPr>
        <p:sp>
          <p:nvSpPr>
            <p:cNvPr id="209" name="object 33"/>
            <p:cNvSpPr/>
            <p:nvPr/>
          </p:nvSpPr>
          <p:spPr>
            <a:xfrm>
              <a:off x="2756160" y="2611440"/>
              <a:ext cx="1935000" cy="1005480"/>
            </a:xfrm>
            <a:custGeom>
              <a:avLst/>
              <a:gdLst/>
              <a:ahLst/>
              <a:rect l="l" t="t" r="r" b="b"/>
              <a:pathLst>
                <a:path w="1935479" h="1005839">
                  <a:moveTo>
                    <a:pt x="928357" y="0"/>
                  </a:moveTo>
                  <a:lnTo>
                    <a:pt x="0" y="0"/>
                  </a:lnTo>
                  <a:lnTo>
                    <a:pt x="1006551" y="1005433"/>
                  </a:lnTo>
                  <a:lnTo>
                    <a:pt x="1934908" y="1005433"/>
                  </a:lnTo>
                  <a:lnTo>
                    <a:pt x="928357" y="0"/>
                  </a:lnTo>
                  <a:close/>
                </a:path>
              </a:pathLst>
            </a:custGeom>
            <a:solidFill>
              <a:srgbClr val="58585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0" name="object 34"/>
            <p:cNvSpPr/>
            <p:nvPr/>
          </p:nvSpPr>
          <p:spPr>
            <a:xfrm>
              <a:off x="2756160" y="2611440"/>
              <a:ext cx="1006920" cy="1005480"/>
            </a:xfrm>
            <a:custGeom>
              <a:avLst/>
              <a:gdLst/>
              <a:ahLst/>
              <a:rect l="l" t="t" r="r" b="b"/>
              <a:pathLst>
                <a:path w="1007110" h="1005839">
                  <a:moveTo>
                    <a:pt x="0" y="0"/>
                  </a:moveTo>
                  <a:lnTo>
                    <a:pt x="1006550" y="1005428"/>
                  </a:lnTo>
                </a:path>
              </a:pathLst>
            </a:custGeom>
            <a:noFill/>
            <a:ln w="4948">
              <a:solidFill>
                <a:srgbClr val="58585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1" name="object 35"/>
            <p:cNvSpPr/>
            <p:nvPr/>
          </p:nvSpPr>
          <p:spPr>
            <a:xfrm>
              <a:off x="3684600" y="2225880"/>
              <a:ext cx="1006920" cy="1391040"/>
            </a:xfrm>
            <a:custGeom>
              <a:avLst/>
              <a:gdLst/>
              <a:ahLst/>
              <a:rect l="l" t="t" r="r" b="b"/>
              <a:pathLst>
                <a:path w="1007110" h="1391285">
                  <a:moveTo>
                    <a:pt x="0" y="0"/>
                  </a:moveTo>
                  <a:lnTo>
                    <a:pt x="0" y="385356"/>
                  </a:lnTo>
                  <a:lnTo>
                    <a:pt x="1006551" y="1390789"/>
                  </a:lnTo>
                  <a:lnTo>
                    <a:pt x="1006551" y="10054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84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" name="object 36"/>
            <p:cNvSpPr/>
            <p:nvPr/>
          </p:nvSpPr>
          <p:spPr>
            <a:xfrm>
              <a:off x="3684600" y="2611440"/>
              <a:ext cx="1006920" cy="1005480"/>
            </a:xfrm>
            <a:custGeom>
              <a:avLst/>
              <a:gdLst/>
              <a:ahLst/>
              <a:rect l="l" t="t" r="r" b="b"/>
              <a:pathLst>
                <a:path w="1007110" h="1005839">
                  <a:moveTo>
                    <a:pt x="0" y="0"/>
                  </a:moveTo>
                  <a:lnTo>
                    <a:pt x="1006550" y="1005428"/>
                  </a:lnTo>
                </a:path>
              </a:pathLst>
            </a:custGeom>
            <a:noFill/>
            <a:ln w="4948">
              <a:solidFill>
                <a:srgbClr val="84848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3" name="object 37"/>
            <p:cNvSpPr/>
            <p:nvPr/>
          </p:nvSpPr>
          <p:spPr>
            <a:xfrm>
              <a:off x="2756160" y="2225880"/>
              <a:ext cx="928080" cy="385200"/>
            </a:xfrm>
            <a:custGeom>
              <a:avLst/>
              <a:gdLst/>
              <a:ahLst/>
              <a:rect l="l" t="t" r="r" b="b"/>
              <a:pathLst>
                <a:path w="928370" h="385444">
                  <a:moveTo>
                    <a:pt x="928359" y="0"/>
                  </a:moveTo>
                  <a:lnTo>
                    <a:pt x="0" y="0"/>
                  </a:lnTo>
                  <a:lnTo>
                    <a:pt x="0" y="385357"/>
                  </a:lnTo>
                  <a:lnTo>
                    <a:pt x="928359" y="385357"/>
                  </a:lnTo>
                  <a:lnTo>
                    <a:pt x="928359" y="0"/>
                  </a:lnTo>
                  <a:close/>
                </a:path>
              </a:pathLst>
            </a:custGeom>
            <a:solidFill>
              <a:srgbClr val="73737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4" name="object 38"/>
            <p:cNvSpPr/>
            <p:nvPr/>
          </p:nvSpPr>
          <p:spPr>
            <a:xfrm>
              <a:off x="2756160" y="2225880"/>
              <a:ext cx="360" cy="385200"/>
            </a:xfrm>
            <a:custGeom>
              <a:avLst/>
              <a:gdLst/>
              <a:ahLst/>
              <a:rect l="l" t="t" r="r" b="b"/>
              <a:pathLst>
                <a:path w="0" h="385444">
                  <a:moveTo>
                    <a:pt x="0" y="0"/>
                  </a:moveTo>
                  <a:lnTo>
                    <a:pt x="0" y="385356"/>
                  </a:lnTo>
                </a:path>
              </a:pathLst>
            </a:custGeom>
            <a:noFill/>
            <a:ln w="19805">
              <a:solidFill>
                <a:srgbClr val="7c7c7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5" name="object 39"/>
            <p:cNvSpPr/>
            <p:nvPr/>
          </p:nvSpPr>
          <p:spPr>
            <a:xfrm>
              <a:off x="2756160" y="2601360"/>
              <a:ext cx="928080" cy="19800"/>
            </a:xfrm>
            <a:custGeom>
              <a:avLst/>
              <a:gdLst/>
              <a:ahLst/>
              <a:rect l="l" t="t" r="r" b="b"/>
              <a:pathLst>
                <a:path w="928370" h="20319">
                  <a:moveTo>
                    <a:pt x="0" y="19783"/>
                  </a:moveTo>
                  <a:lnTo>
                    <a:pt x="928361" y="19783"/>
                  </a:lnTo>
                  <a:lnTo>
                    <a:pt x="928361" y="0"/>
                  </a:lnTo>
                  <a:lnTo>
                    <a:pt x="0" y="0"/>
                  </a:lnTo>
                  <a:lnTo>
                    <a:pt x="0" y="19783"/>
                  </a:lnTo>
                  <a:close/>
                </a:path>
              </a:pathLst>
            </a:custGeom>
            <a:solidFill>
              <a:srgbClr val="6b6b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6" name="object 40"/>
            <p:cNvSpPr/>
            <p:nvPr/>
          </p:nvSpPr>
          <p:spPr>
            <a:xfrm>
              <a:off x="3684600" y="2225880"/>
              <a:ext cx="360" cy="385200"/>
            </a:xfrm>
            <a:custGeom>
              <a:avLst/>
              <a:gdLst/>
              <a:ahLst/>
              <a:rect l="l" t="t" r="r" b="b"/>
              <a:pathLst>
                <a:path w="0" h="385444">
                  <a:moveTo>
                    <a:pt x="0" y="385356"/>
                  </a:moveTo>
                  <a:lnTo>
                    <a:pt x="0" y="0"/>
                  </a:lnTo>
                </a:path>
              </a:pathLst>
            </a:custGeom>
            <a:noFill/>
            <a:ln w="19805">
              <a:solidFill>
                <a:srgbClr val="8989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" name="object 41"/>
            <p:cNvSpPr/>
            <p:nvPr/>
          </p:nvSpPr>
          <p:spPr>
            <a:xfrm>
              <a:off x="2756160" y="2225880"/>
              <a:ext cx="928080" cy="360"/>
            </a:xfrm>
            <a:custGeom>
              <a:avLst/>
              <a:gdLst/>
              <a:ahLst/>
              <a:rect l="l" t="t" r="r" b="b"/>
              <a:pathLst>
                <a:path w="928370" h="0">
                  <a:moveTo>
                    <a:pt x="928361" y="0"/>
                  </a:moveTo>
                  <a:lnTo>
                    <a:pt x="0" y="0"/>
                  </a:lnTo>
                </a:path>
              </a:pathLst>
            </a:custGeom>
            <a:noFill/>
            <a:ln w="19782">
              <a:solidFill>
                <a:srgbClr val="6b6b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8" name="object 42"/>
            <p:cNvSpPr/>
            <p:nvPr/>
          </p:nvSpPr>
          <p:spPr>
            <a:xfrm>
              <a:off x="3870360" y="2611440"/>
              <a:ext cx="2491920" cy="1005480"/>
            </a:xfrm>
            <a:custGeom>
              <a:avLst/>
              <a:gdLst/>
              <a:ahLst/>
              <a:rect l="l" t="t" r="r" b="b"/>
              <a:pathLst>
                <a:path w="2492375" h="1005839">
                  <a:moveTo>
                    <a:pt x="1485379" y="0"/>
                  </a:moveTo>
                  <a:lnTo>
                    <a:pt x="0" y="0"/>
                  </a:lnTo>
                  <a:lnTo>
                    <a:pt x="1006551" y="1005433"/>
                  </a:lnTo>
                  <a:lnTo>
                    <a:pt x="2491930" y="1005433"/>
                  </a:lnTo>
                  <a:lnTo>
                    <a:pt x="1485379" y="0"/>
                  </a:lnTo>
                  <a:close/>
                </a:path>
              </a:pathLst>
            </a:custGeom>
            <a:solidFill>
              <a:srgbClr val="58585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9" name="object 43"/>
            <p:cNvSpPr/>
            <p:nvPr/>
          </p:nvSpPr>
          <p:spPr>
            <a:xfrm>
              <a:off x="3870360" y="2611440"/>
              <a:ext cx="1006920" cy="1005480"/>
            </a:xfrm>
            <a:custGeom>
              <a:avLst/>
              <a:gdLst/>
              <a:ahLst/>
              <a:rect l="l" t="t" r="r" b="b"/>
              <a:pathLst>
                <a:path w="1007110" h="1005839">
                  <a:moveTo>
                    <a:pt x="0" y="0"/>
                  </a:moveTo>
                  <a:lnTo>
                    <a:pt x="1006550" y="1005428"/>
                  </a:lnTo>
                </a:path>
              </a:pathLst>
            </a:custGeom>
            <a:noFill/>
            <a:ln w="4948">
              <a:solidFill>
                <a:srgbClr val="58585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0" name="object 44"/>
            <p:cNvSpPr/>
            <p:nvPr/>
          </p:nvSpPr>
          <p:spPr>
            <a:xfrm>
              <a:off x="5355720" y="2225880"/>
              <a:ext cx="1006920" cy="1391040"/>
            </a:xfrm>
            <a:custGeom>
              <a:avLst/>
              <a:gdLst/>
              <a:ahLst/>
              <a:rect l="l" t="t" r="r" b="b"/>
              <a:pathLst>
                <a:path w="1007110" h="1391285">
                  <a:moveTo>
                    <a:pt x="0" y="0"/>
                  </a:moveTo>
                  <a:lnTo>
                    <a:pt x="0" y="385356"/>
                  </a:lnTo>
                  <a:lnTo>
                    <a:pt x="1006551" y="1390789"/>
                  </a:lnTo>
                  <a:lnTo>
                    <a:pt x="1006551" y="10054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84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1" name="object 45"/>
            <p:cNvSpPr/>
            <p:nvPr/>
          </p:nvSpPr>
          <p:spPr>
            <a:xfrm>
              <a:off x="5355720" y="2611440"/>
              <a:ext cx="1006920" cy="1005480"/>
            </a:xfrm>
            <a:custGeom>
              <a:avLst/>
              <a:gdLst/>
              <a:ahLst/>
              <a:rect l="l" t="t" r="r" b="b"/>
              <a:pathLst>
                <a:path w="1007110" h="1005839">
                  <a:moveTo>
                    <a:pt x="0" y="0"/>
                  </a:moveTo>
                  <a:lnTo>
                    <a:pt x="1006550" y="1005428"/>
                  </a:lnTo>
                </a:path>
              </a:pathLst>
            </a:custGeom>
            <a:noFill/>
            <a:ln w="4948">
              <a:solidFill>
                <a:srgbClr val="84848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2" name="object 46"/>
            <p:cNvSpPr/>
            <p:nvPr/>
          </p:nvSpPr>
          <p:spPr>
            <a:xfrm>
              <a:off x="3870360" y="2225880"/>
              <a:ext cx="1485720" cy="385200"/>
            </a:xfrm>
            <a:custGeom>
              <a:avLst/>
              <a:gdLst/>
              <a:ahLst/>
              <a:rect l="l" t="t" r="r" b="b"/>
              <a:pathLst>
                <a:path w="1485900" h="385444">
                  <a:moveTo>
                    <a:pt x="1485379" y="0"/>
                  </a:moveTo>
                  <a:lnTo>
                    <a:pt x="0" y="0"/>
                  </a:lnTo>
                  <a:lnTo>
                    <a:pt x="0" y="385357"/>
                  </a:lnTo>
                  <a:lnTo>
                    <a:pt x="1485379" y="385357"/>
                  </a:lnTo>
                  <a:lnTo>
                    <a:pt x="1485379" y="0"/>
                  </a:lnTo>
                  <a:close/>
                </a:path>
              </a:pathLst>
            </a:custGeom>
            <a:solidFill>
              <a:srgbClr val="73737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3" name="object 47"/>
            <p:cNvSpPr/>
            <p:nvPr/>
          </p:nvSpPr>
          <p:spPr>
            <a:xfrm>
              <a:off x="3870360" y="2225880"/>
              <a:ext cx="360" cy="385200"/>
            </a:xfrm>
            <a:custGeom>
              <a:avLst/>
              <a:gdLst/>
              <a:ahLst/>
              <a:rect l="l" t="t" r="r" b="b"/>
              <a:pathLst>
                <a:path w="0" h="385444">
                  <a:moveTo>
                    <a:pt x="0" y="0"/>
                  </a:moveTo>
                  <a:lnTo>
                    <a:pt x="0" y="385356"/>
                  </a:lnTo>
                </a:path>
              </a:pathLst>
            </a:custGeom>
            <a:noFill/>
            <a:ln w="19805">
              <a:solidFill>
                <a:srgbClr val="7c7c7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4" name="object 48"/>
            <p:cNvSpPr/>
            <p:nvPr/>
          </p:nvSpPr>
          <p:spPr>
            <a:xfrm>
              <a:off x="3870360" y="2601360"/>
              <a:ext cx="1485720" cy="19800"/>
            </a:xfrm>
            <a:custGeom>
              <a:avLst/>
              <a:gdLst/>
              <a:ahLst/>
              <a:rect l="l" t="t" r="r" b="b"/>
              <a:pathLst>
                <a:path w="1485900" h="20319">
                  <a:moveTo>
                    <a:pt x="0" y="19783"/>
                  </a:moveTo>
                  <a:lnTo>
                    <a:pt x="1485378" y="19783"/>
                  </a:lnTo>
                  <a:lnTo>
                    <a:pt x="1485378" y="0"/>
                  </a:lnTo>
                  <a:lnTo>
                    <a:pt x="0" y="0"/>
                  </a:lnTo>
                  <a:lnTo>
                    <a:pt x="0" y="19783"/>
                  </a:lnTo>
                  <a:close/>
                </a:path>
              </a:pathLst>
            </a:custGeom>
            <a:solidFill>
              <a:srgbClr val="6b6b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5" name="object 49"/>
            <p:cNvSpPr/>
            <p:nvPr/>
          </p:nvSpPr>
          <p:spPr>
            <a:xfrm>
              <a:off x="5355720" y="2225880"/>
              <a:ext cx="360" cy="385200"/>
            </a:xfrm>
            <a:custGeom>
              <a:avLst/>
              <a:gdLst/>
              <a:ahLst/>
              <a:rect l="l" t="t" r="r" b="b"/>
              <a:pathLst>
                <a:path w="0" h="385444">
                  <a:moveTo>
                    <a:pt x="0" y="385356"/>
                  </a:moveTo>
                  <a:lnTo>
                    <a:pt x="0" y="0"/>
                  </a:lnTo>
                </a:path>
              </a:pathLst>
            </a:custGeom>
            <a:noFill/>
            <a:ln w="19805">
              <a:solidFill>
                <a:srgbClr val="8989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6" name="object 50"/>
            <p:cNvSpPr/>
            <p:nvPr/>
          </p:nvSpPr>
          <p:spPr>
            <a:xfrm>
              <a:off x="3870360" y="2225880"/>
              <a:ext cx="1485720" cy="360"/>
            </a:xfrm>
            <a:custGeom>
              <a:avLst/>
              <a:gdLst/>
              <a:ahLst/>
              <a:rect l="l" t="t" r="r" b="b"/>
              <a:pathLst>
                <a:path w="1485900" h="0">
                  <a:moveTo>
                    <a:pt x="1485378" y="0"/>
                  </a:moveTo>
                  <a:lnTo>
                    <a:pt x="0" y="0"/>
                  </a:lnTo>
                </a:path>
              </a:pathLst>
            </a:custGeom>
            <a:noFill/>
            <a:ln w="19782">
              <a:solidFill>
                <a:srgbClr val="6b6b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7" name="object 51"/>
            <p:cNvSpPr/>
            <p:nvPr/>
          </p:nvSpPr>
          <p:spPr>
            <a:xfrm>
              <a:off x="5541120" y="2611440"/>
              <a:ext cx="2120400" cy="1005480"/>
            </a:xfrm>
            <a:custGeom>
              <a:avLst/>
              <a:gdLst/>
              <a:ahLst/>
              <a:rect l="l" t="t" r="r" b="b"/>
              <a:pathLst>
                <a:path w="2120900" h="1005839">
                  <a:moveTo>
                    <a:pt x="1114031" y="0"/>
                  </a:moveTo>
                  <a:lnTo>
                    <a:pt x="0" y="0"/>
                  </a:lnTo>
                  <a:lnTo>
                    <a:pt x="1006551" y="1005433"/>
                  </a:lnTo>
                  <a:lnTo>
                    <a:pt x="2120582" y="1005433"/>
                  </a:lnTo>
                  <a:lnTo>
                    <a:pt x="1114031" y="0"/>
                  </a:lnTo>
                  <a:close/>
                </a:path>
              </a:pathLst>
            </a:custGeom>
            <a:solidFill>
              <a:srgbClr val="58585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8" name="object 52"/>
            <p:cNvSpPr/>
            <p:nvPr/>
          </p:nvSpPr>
          <p:spPr>
            <a:xfrm>
              <a:off x="5541120" y="2611440"/>
              <a:ext cx="1006920" cy="1005480"/>
            </a:xfrm>
            <a:custGeom>
              <a:avLst/>
              <a:gdLst/>
              <a:ahLst/>
              <a:rect l="l" t="t" r="r" b="b"/>
              <a:pathLst>
                <a:path w="1007109" h="1005839">
                  <a:moveTo>
                    <a:pt x="0" y="0"/>
                  </a:moveTo>
                  <a:lnTo>
                    <a:pt x="1006550" y="1005428"/>
                  </a:lnTo>
                </a:path>
              </a:pathLst>
            </a:custGeom>
            <a:noFill/>
            <a:ln w="4948">
              <a:solidFill>
                <a:srgbClr val="58585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9" name="object 53"/>
            <p:cNvSpPr/>
            <p:nvPr/>
          </p:nvSpPr>
          <p:spPr>
            <a:xfrm>
              <a:off x="6655320" y="2225880"/>
              <a:ext cx="1006920" cy="1391040"/>
            </a:xfrm>
            <a:custGeom>
              <a:avLst/>
              <a:gdLst/>
              <a:ahLst/>
              <a:rect l="l" t="t" r="r" b="b"/>
              <a:pathLst>
                <a:path w="1007109" h="1391285">
                  <a:moveTo>
                    <a:pt x="0" y="0"/>
                  </a:moveTo>
                  <a:lnTo>
                    <a:pt x="0" y="385356"/>
                  </a:lnTo>
                  <a:lnTo>
                    <a:pt x="1006551" y="1390789"/>
                  </a:lnTo>
                  <a:lnTo>
                    <a:pt x="1006551" y="10054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84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0" name="object 54"/>
            <p:cNvSpPr/>
            <p:nvPr/>
          </p:nvSpPr>
          <p:spPr>
            <a:xfrm>
              <a:off x="6655320" y="2611440"/>
              <a:ext cx="1006920" cy="1005480"/>
            </a:xfrm>
            <a:custGeom>
              <a:avLst/>
              <a:gdLst/>
              <a:ahLst/>
              <a:rect l="l" t="t" r="r" b="b"/>
              <a:pathLst>
                <a:path w="1007109" h="1005839">
                  <a:moveTo>
                    <a:pt x="0" y="0"/>
                  </a:moveTo>
                  <a:lnTo>
                    <a:pt x="1006550" y="1005428"/>
                  </a:lnTo>
                </a:path>
              </a:pathLst>
            </a:custGeom>
            <a:noFill/>
            <a:ln w="4948">
              <a:solidFill>
                <a:srgbClr val="84848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1" name="object 55"/>
            <p:cNvSpPr/>
            <p:nvPr/>
          </p:nvSpPr>
          <p:spPr>
            <a:xfrm>
              <a:off x="5541120" y="2225880"/>
              <a:ext cx="1114200" cy="385200"/>
            </a:xfrm>
            <a:custGeom>
              <a:avLst/>
              <a:gdLst/>
              <a:ahLst/>
              <a:rect l="l" t="t" r="r" b="b"/>
              <a:pathLst>
                <a:path w="1114425" h="385444">
                  <a:moveTo>
                    <a:pt x="1114032" y="0"/>
                  </a:moveTo>
                  <a:lnTo>
                    <a:pt x="0" y="0"/>
                  </a:lnTo>
                  <a:lnTo>
                    <a:pt x="0" y="385357"/>
                  </a:lnTo>
                  <a:lnTo>
                    <a:pt x="1114032" y="385357"/>
                  </a:lnTo>
                  <a:lnTo>
                    <a:pt x="1114032" y="0"/>
                  </a:lnTo>
                  <a:close/>
                </a:path>
              </a:pathLst>
            </a:custGeom>
            <a:solidFill>
              <a:srgbClr val="73737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2" name="object 56"/>
            <p:cNvSpPr/>
            <p:nvPr/>
          </p:nvSpPr>
          <p:spPr>
            <a:xfrm>
              <a:off x="5541120" y="2225880"/>
              <a:ext cx="360" cy="385200"/>
            </a:xfrm>
            <a:custGeom>
              <a:avLst/>
              <a:gdLst/>
              <a:ahLst/>
              <a:rect l="l" t="t" r="r" b="b"/>
              <a:pathLst>
                <a:path w="0" h="385444">
                  <a:moveTo>
                    <a:pt x="0" y="0"/>
                  </a:moveTo>
                  <a:lnTo>
                    <a:pt x="0" y="385356"/>
                  </a:lnTo>
                </a:path>
              </a:pathLst>
            </a:custGeom>
            <a:noFill/>
            <a:ln w="19805">
              <a:solidFill>
                <a:srgbClr val="7c7c7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3" name="object 57"/>
            <p:cNvSpPr/>
            <p:nvPr/>
          </p:nvSpPr>
          <p:spPr>
            <a:xfrm>
              <a:off x="5541120" y="2601360"/>
              <a:ext cx="1114200" cy="19800"/>
            </a:xfrm>
            <a:custGeom>
              <a:avLst/>
              <a:gdLst/>
              <a:ahLst/>
              <a:rect l="l" t="t" r="r" b="b"/>
              <a:pathLst>
                <a:path w="1114425" h="20319">
                  <a:moveTo>
                    <a:pt x="0" y="19783"/>
                  </a:moveTo>
                  <a:lnTo>
                    <a:pt x="1114033" y="19783"/>
                  </a:lnTo>
                  <a:lnTo>
                    <a:pt x="1114033" y="0"/>
                  </a:lnTo>
                  <a:lnTo>
                    <a:pt x="0" y="0"/>
                  </a:lnTo>
                  <a:lnTo>
                    <a:pt x="0" y="19783"/>
                  </a:lnTo>
                  <a:close/>
                </a:path>
              </a:pathLst>
            </a:custGeom>
            <a:solidFill>
              <a:srgbClr val="6b6b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" name="object 58"/>
            <p:cNvSpPr/>
            <p:nvPr/>
          </p:nvSpPr>
          <p:spPr>
            <a:xfrm>
              <a:off x="6655320" y="2225880"/>
              <a:ext cx="360" cy="385200"/>
            </a:xfrm>
            <a:custGeom>
              <a:avLst/>
              <a:gdLst/>
              <a:ahLst/>
              <a:rect l="l" t="t" r="r" b="b"/>
              <a:pathLst>
                <a:path w="0" h="385444">
                  <a:moveTo>
                    <a:pt x="0" y="385356"/>
                  </a:moveTo>
                  <a:lnTo>
                    <a:pt x="0" y="0"/>
                  </a:lnTo>
                </a:path>
              </a:pathLst>
            </a:custGeom>
            <a:noFill/>
            <a:ln w="19805">
              <a:solidFill>
                <a:srgbClr val="8989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5" name="object 59"/>
            <p:cNvSpPr/>
            <p:nvPr/>
          </p:nvSpPr>
          <p:spPr>
            <a:xfrm>
              <a:off x="5541120" y="2225880"/>
              <a:ext cx="1114200" cy="360"/>
            </a:xfrm>
            <a:custGeom>
              <a:avLst/>
              <a:gdLst/>
              <a:ahLst/>
              <a:rect l="l" t="t" r="r" b="b"/>
              <a:pathLst>
                <a:path w="1114425" h="0">
                  <a:moveTo>
                    <a:pt x="1114034" y="0"/>
                  </a:moveTo>
                  <a:lnTo>
                    <a:pt x="0" y="0"/>
                  </a:lnTo>
                </a:path>
              </a:pathLst>
            </a:custGeom>
            <a:noFill/>
            <a:ln w="19782">
              <a:solidFill>
                <a:srgbClr val="6b6b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36" name="object 60"/>
          <p:cNvSpPr/>
          <p:nvPr/>
        </p:nvSpPr>
        <p:spPr>
          <a:xfrm>
            <a:off x="1261080" y="1710000"/>
            <a:ext cx="6684120" cy="10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640" bIns="0" anchor="t">
            <a:spAutoFit/>
          </a:bodyPr>
          <a:p>
            <a:pPr marL="1548000">
              <a:lnSpc>
                <a:spcPct val="100000"/>
              </a:lnSpc>
              <a:spcBef>
                <a:spcPts val="139"/>
              </a:spcBef>
            </a:pPr>
            <a:r>
              <a:rPr b="0" lang="en-US" sz="1600" spc="12" strike="noStrike">
                <a:solidFill>
                  <a:srgbClr val="ffffff"/>
                </a:solidFill>
                <a:latin typeface="Times New Roman"/>
                <a:ea typeface="MS PGothic"/>
              </a:rPr>
              <a:t>Ambiente de </a:t>
            </a:r>
            <a:r>
              <a:rPr b="0" lang="en-US" sz="1600" spc="4" strike="noStrike">
                <a:solidFill>
                  <a:srgbClr val="ffffff"/>
                </a:solidFill>
                <a:latin typeface="Times New Roman"/>
                <a:ea typeface="MS PGothic"/>
              </a:rPr>
              <a:t>Desenvolvimento </a:t>
            </a:r>
            <a:r>
              <a:rPr b="0" lang="en-US" sz="1600" spc="12" strike="noStrike">
                <a:solidFill>
                  <a:srgbClr val="ffffff"/>
                </a:solidFill>
                <a:latin typeface="Times New Roman"/>
                <a:ea typeface="MS PGothic"/>
              </a:rPr>
              <a:t>de</a:t>
            </a:r>
            <a:r>
              <a:rPr b="0" lang="en-US" sz="1600" spc="-100" strike="noStrike">
                <a:solidFill>
                  <a:srgbClr val="ffffff"/>
                </a:solidFill>
                <a:latin typeface="Times New Roman"/>
                <a:ea typeface="MS PGothic"/>
              </a:rPr>
              <a:t> </a:t>
            </a:r>
            <a:r>
              <a:rPr b="0" lang="en-US" sz="1600" spc="4" strike="noStrike">
                <a:solidFill>
                  <a:srgbClr val="ffffff"/>
                </a:solidFill>
                <a:latin typeface="Times New Roman"/>
                <a:ea typeface="MS PGothic"/>
              </a:rPr>
              <a:t>Software</a:t>
            </a:r>
            <a:endParaRPr b="0" lang="pt-BR" sz="1600" spc="-1" strike="noStrike">
              <a:latin typeface="Arial"/>
            </a:endParaRPr>
          </a:p>
          <a:p>
            <a:pPr marL="1548000">
              <a:lnSpc>
                <a:spcPct val="100000"/>
              </a:lnSpc>
              <a:spcBef>
                <a:spcPts val="34"/>
              </a:spcBef>
            </a:pPr>
            <a:endParaRPr b="0" lang="pt-BR" sz="1600" spc="-1" strike="noStrike">
              <a:latin typeface="Arial"/>
            </a:endParaRPr>
          </a:p>
          <a:p>
            <a:pPr marL="1597680">
              <a:lnSpc>
                <a:spcPct val="100000"/>
              </a:lnSpc>
              <a:tabLst>
                <a:tab algn="l" pos="2732400"/>
                <a:tab algn="l" pos="4416480"/>
              </a:tabLst>
            </a:pPr>
            <a:r>
              <a:rPr b="0" lang="en-US" sz="1600" spc="9" strike="noStrike">
                <a:solidFill>
                  <a:srgbClr val="000000"/>
                </a:solidFill>
                <a:latin typeface="Times New Roman"/>
                <a:ea typeface="MS PGothic"/>
              </a:rPr>
              <a:t>Controle</a:t>
            </a:r>
            <a:r>
              <a:rPr b="0" lang="en-US" sz="1600" spc="9" strike="noStrike">
                <a:solidFill>
                  <a:srgbClr val="000000"/>
                </a:solidFill>
                <a:latin typeface="Times New Roman"/>
                <a:ea typeface="MS PGothic"/>
              </a:rPr>
              <a:t>	</a:t>
            </a:r>
            <a:r>
              <a:rPr b="0" lang="en-US" sz="1600" spc="9" strike="noStrike">
                <a:solidFill>
                  <a:srgbClr val="000000"/>
                </a:solidFill>
                <a:latin typeface="Times New Roman"/>
                <a:ea typeface="MS PGothic"/>
              </a:rPr>
              <a:t>Contabilização</a:t>
            </a:r>
            <a:r>
              <a:rPr b="0" lang="en-US" sz="1600" spc="9" strike="noStrike">
                <a:solidFill>
                  <a:srgbClr val="000000"/>
                </a:solidFill>
                <a:latin typeface="Times New Roman"/>
                <a:ea typeface="MS PGothic"/>
              </a:rPr>
              <a:t>	</a:t>
            </a:r>
            <a:r>
              <a:rPr b="0" lang="en-US" sz="1600" spc="9" strike="noStrike">
                <a:solidFill>
                  <a:srgbClr val="000000"/>
                </a:solidFill>
                <a:latin typeface="Times New Roman"/>
                <a:ea typeface="MS PGothic"/>
              </a:rPr>
              <a:t>Avaliação</a:t>
            </a:r>
            <a:endParaRPr b="0" lang="pt-BR" sz="1600" spc="-1" strike="noStrike">
              <a:latin typeface="Arial"/>
            </a:endParaRPr>
          </a:p>
        </p:txBody>
      </p:sp>
      <p:grpSp>
        <p:nvGrpSpPr>
          <p:cNvPr id="237" name="object 61"/>
          <p:cNvGrpSpPr/>
          <p:nvPr/>
        </p:nvGrpSpPr>
        <p:grpSpPr>
          <a:xfrm>
            <a:off x="6841080" y="2225880"/>
            <a:ext cx="2120760" cy="1391040"/>
            <a:chOff x="6841080" y="2225880"/>
            <a:chExt cx="2120760" cy="1391040"/>
          </a:xfrm>
        </p:grpSpPr>
        <p:sp>
          <p:nvSpPr>
            <p:cNvPr id="238" name="object 62"/>
            <p:cNvSpPr/>
            <p:nvPr/>
          </p:nvSpPr>
          <p:spPr>
            <a:xfrm>
              <a:off x="6841080" y="2611440"/>
              <a:ext cx="2120400" cy="1005480"/>
            </a:xfrm>
            <a:custGeom>
              <a:avLst/>
              <a:gdLst/>
              <a:ahLst/>
              <a:rect l="l" t="t" r="r" b="b"/>
              <a:pathLst>
                <a:path w="2120900" h="1005839">
                  <a:moveTo>
                    <a:pt x="1114031" y="0"/>
                  </a:moveTo>
                  <a:lnTo>
                    <a:pt x="0" y="0"/>
                  </a:lnTo>
                  <a:lnTo>
                    <a:pt x="1006551" y="1005433"/>
                  </a:lnTo>
                  <a:lnTo>
                    <a:pt x="2120582" y="1005433"/>
                  </a:lnTo>
                  <a:lnTo>
                    <a:pt x="1114031" y="0"/>
                  </a:lnTo>
                  <a:close/>
                </a:path>
              </a:pathLst>
            </a:custGeom>
            <a:solidFill>
              <a:srgbClr val="58585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" name="object 63"/>
            <p:cNvSpPr/>
            <p:nvPr/>
          </p:nvSpPr>
          <p:spPr>
            <a:xfrm>
              <a:off x="6841080" y="2611440"/>
              <a:ext cx="1006920" cy="1005480"/>
            </a:xfrm>
            <a:custGeom>
              <a:avLst/>
              <a:gdLst/>
              <a:ahLst/>
              <a:rect l="l" t="t" r="r" b="b"/>
              <a:pathLst>
                <a:path w="1007109" h="1005839">
                  <a:moveTo>
                    <a:pt x="0" y="0"/>
                  </a:moveTo>
                  <a:lnTo>
                    <a:pt x="1006550" y="1005428"/>
                  </a:lnTo>
                </a:path>
              </a:pathLst>
            </a:custGeom>
            <a:noFill/>
            <a:ln w="4948">
              <a:solidFill>
                <a:srgbClr val="58585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0" name="object 64"/>
            <p:cNvSpPr/>
            <p:nvPr/>
          </p:nvSpPr>
          <p:spPr>
            <a:xfrm>
              <a:off x="7954920" y="2225880"/>
              <a:ext cx="1006920" cy="1391040"/>
            </a:xfrm>
            <a:custGeom>
              <a:avLst/>
              <a:gdLst/>
              <a:ahLst/>
              <a:rect l="l" t="t" r="r" b="b"/>
              <a:pathLst>
                <a:path w="1007109" h="1391285">
                  <a:moveTo>
                    <a:pt x="0" y="0"/>
                  </a:moveTo>
                  <a:lnTo>
                    <a:pt x="0" y="385356"/>
                  </a:lnTo>
                  <a:lnTo>
                    <a:pt x="1006551" y="1390789"/>
                  </a:lnTo>
                  <a:lnTo>
                    <a:pt x="1006551" y="10054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84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1" name="object 65"/>
            <p:cNvSpPr/>
            <p:nvPr/>
          </p:nvSpPr>
          <p:spPr>
            <a:xfrm>
              <a:off x="7954920" y="2611440"/>
              <a:ext cx="1006920" cy="1005480"/>
            </a:xfrm>
            <a:custGeom>
              <a:avLst/>
              <a:gdLst/>
              <a:ahLst/>
              <a:rect l="l" t="t" r="r" b="b"/>
              <a:pathLst>
                <a:path w="1007109" h="1005839">
                  <a:moveTo>
                    <a:pt x="0" y="0"/>
                  </a:moveTo>
                  <a:lnTo>
                    <a:pt x="1006550" y="1005428"/>
                  </a:lnTo>
                </a:path>
              </a:pathLst>
            </a:custGeom>
            <a:noFill/>
            <a:ln w="4948">
              <a:solidFill>
                <a:srgbClr val="84848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" name="object 66"/>
            <p:cNvSpPr/>
            <p:nvPr/>
          </p:nvSpPr>
          <p:spPr>
            <a:xfrm>
              <a:off x="6841080" y="2225880"/>
              <a:ext cx="1114200" cy="385200"/>
            </a:xfrm>
            <a:custGeom>
              <a:avLst/>
              <a:gdLst/>
              <a:ahLst/>
              <a:rect l="l" t="t" r="r" b="b"/>
              <a:pathLst>
                <a:path w="1114425" h="385444">
                  <a:moveTo>
                    <a:pt x="1114032" y="0"/>
                  </a:moveTo>
                  <a:lnTo>
                    <a:pt x="0" y="0"/>
                  </a:lnTo>
                  <a:lnTo>
                    <a:pt x="0" y="385357"/>
                  </a:lnTo>
                  <a:lnTo>
                    <a:pt x="1114032" y="385357"/>
                  </a:lnTo>
                  <a:lnTo>
                    <a:pt x="1114032" y="0"/>
                  </a:lnTo>
                  <a:close/>
                </a:path>
              </a:pathLst>
            </a:custGeom>
            <a:solidFill>
              <a:srgbClr val="73737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" name="object 67"/>
            <p:cNvSpPr/>
            <p:nvPr/>
          </p:nvSpPr>
          <p:spPr>
            <a:xfrm>
              <a:off x="6841080" y="2225880"/>
              <a:ext cx="360" cy="385200"/>
            </a:xfrm>
            <a:custGeom>
              <a:avLst/>
              <a:gdLst/>
              <a:ahLst/>
              <a:rect l="l" t="t" r="r" b="b"/>
              <a:pathLst>
                <a:path w="0" h="385444">
                  <a:moveTo>
                    <a:pt x="0" y="0"/>
                  </a:moveTo>
                  <a:lnTo>
                    <a:pt x="0" y="385356"/>
                  </a:lnTo>
                </a:path>
              </a:pathLst>
            </a:custGeom>
            <a:noFill/>
            <a:ln w="19805">
              <a:solidFill>
                <a:srgbClr val="7c7c7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4" name="object 68"/>
            <p:cNvSpPr/>
            <p:nvPr/>
          </p:nvSpPr>
          <p:spPr>
            <a:xfrm>
              <a:off x="6841080" y="2601360"/>
              <a:ext cx="1114200" cy="19800"/>
            </a:xfrm>
            <a:custGeom>
              <a:avLst/>
              <a:gdLst/>
              <a:ahLst/>
              <a:rect l="l" t="t" r="r" b="b"/>
              <a:pathLst>
                <a:path w="1114425" h="20319">
                  <a:moveTo>
                    <a:pt x="0" y="19783"/>
                  </a:moveTo>
                  <a:lnTo>
                    <a:pt x="1114033" y="19783"/>
                  </a:lnTo>
                  <a:lnTo>
                    <a:pt x="1114033" y="0"/>
                  </a:lnTo>
                  <a:lnTo>
                    <a:pt x="0" y="0"/>
                  </a:lnTo>
                  <a:lnTo>
                    <a:pt x="0" y="19783"/>
                  </a:lnTo>
                  <a:close/>
                </a:path>
              </a:pathLst>
            </a:custGeom>
            <a:solidFill>
              <a:srgbClr val="6b6b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5" name="object 69"/>
            <p:cNvSpPr/>
            <p:nvPr/>
          </p:nvSpPr>
          <p:spPr>
            <a:xfrm>
              <a:off x="7954920" y="2225880"/>
              <a:ext cx="360" cy="385200"/>
            </a:xfrm>
            <a:custGeom>
              <a:avLst/>
              <a:gdLst/>
              <a:ahLst/>
              <a:rect l="l" t="t" r="r" b="b"/>
              <a:pathLst>
                <a:path w="0" h="385444">
                  <a:moveTo>
                    <a:pt x="0" y="385356"/>
                  </a:moveTo>
                  <a:lnTo>
                    <a:pt x="0" y="0"/>
                  </a:lnTo>
                </a:path>
              </a:pathLst>
            </a:custGeom>
            <a:noFill/>
            <a:ln w="19805">
              <a:solidFill>
                <a:srgbClr val="8989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6" name="object 70"/>
            <p:cNvSpPr/>
            <p:nvPr/>
          </p:nvSpPr>
          <p:spPr>
            <a:xfrm>
              <a:off x="6841080" y="2225880"/>
              <a:ext cx="1114200" cy="360"/>
            </a:xfrm>
            <a:custGeom>
              <a:avLst/>
              <a:gdLst/>
              <a:ahLst/>
              <a:rect l="l" t="t" r="r" b="b"/>
              <a:pathLst>
                <a:path w="1114425" h="0">
                  <a:moveTo>
                    <a:pt x="1114034" y="0"/>
                  </a:moveTo>
                  <a:lnTo>
                    <a:pt x="0" y="0"/>
                  </a:lnTo>
                </a:path>
              </a:pathLst>
            </a:custGeom>
            <a:noFill/>
            <a:ln w="19782">
              <a:solidFill>
                <a:srgbClr val="6b6b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47" name="object 71"/>
          <p:cNvSpPr/>
          <p:nvPr/>
        </p:nvSpPr>
        <p:spPr>
          <a:xfrm>
            <a:off x="6850800" y="2279880"/>
            <a:ext cx="109440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640" bIns="0" anchor="t">
            <a:spAutoFit/>
          </a:bodyPr>
          <a:p>
            <a:pPr marL="138960">
              <a:lnSpc>
                <a:spcPct val="100000"/>
              </a:lnSpc>
              <a:spcBef>
                <a:spcPts val="139"/>
              </a:spcBef>
            </a:pPr>
            <a:r>
              <a:rPr b="0" lang="en-US" sz="1600" spc="9" strike="noStrike">
                <a:solidFill>
                  <a:srgbClr val="000000"/>
                </a:solidFill>
                <a:latin typeface="Times New Roman"/>
                <a:ea typeface="MS PGothic"/>
              </a:rPr>
              <a:t>Liberação</a:t>
            </a:r>
            <a:endParaRPr b="0" lang="pt-BR" sz="1600" spc="-1" strike="noStrike">
              <a:latin typeface="Arial"/>
            </a:endParaRPr>
          </a:p>
        </p:txBody>
      </p:sp>
      <p:grpSp>
        <p:nvGrpSpPr>
          <p:cNvPr id="248" name="object 72"/>
          <p:cNvGrpSpPr/>
          <p:nvPr/>
        </p:nvGrpSpPr>
        <p:grpSpPr>
          <a:xfrm>
            <a:off x="1270800" y="2782440"/>
            <a:ext cx="7689240" cy="1375200"/>
            <a:chOff x="1270800" y="2782440"/>
            <a:chExt cx="7689240" cy="1375200"/>
          </a:xfrm>
        </p:grpSpPr>
        <p:sp>
          <p:nvSpPr>
            <p:cNvPr id="249" name="object 73"/>
            <p:cNvSpPr/>
            <p:nvPr/>
          </p:nvSpPr>
          <p:spPr>
            <a:xfrm>
              <a:off x="2013480" y="3895200"/>
              <a:ext cx="6946560" cy="262440"/>
            </a:xfrm>
            <a:custGeom>
              <a:avLst/>
              <a:gdLst/>
              <a:ahLst/>
              <a:rect l="l" t="t" r="r" b="b"/>
              <a:pathLst>
                <a:path w="6946900" h="262889">
                  <a:moveTo>
                    <a:pt x="6684187" y="0"/>
                  </a:moveTo>
                  <a:lnTo>
                    <a:pt x="0" y="0"/>
                  </a:lnTo>
                  <a:lnTo>
                    <a:pt x="262623" y="262280"/>
                  </a:lnTo>
                  <a:lnTo>
                    <a:pt x="6946811" y="262280"/>
                  </a:lnTo>
                  <a:lnTo>
                    <a:pt x="6684187" y="0"/>
                  </a:lnTo>
                  <a:close/>
                </a:path>
              </a:pathLst>
            </a:custGeom>
            <a:solidFill>
              <a:srgbClr val="9393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0" name="object 74"/>
            <p:cNvSpPr/>
            <p:nvPr/>
          </p:nvSpPr>
          <p:spPr>
            <a:xfrm>
              <a:off x="2013480" y="3895200"/>
              <a:ext cx="262440" cy="262440"/>
            </a:xfrm>
            <a:custGeom>
              <a:avLst/>
              <a:gdLst/>
              <a:ahLst/>
              <a:rect l="l" t="t" r="r" b="b"/>
              <a:pathLst>
                <a:path w="262889" h="262889">
                  <a:moveTo>
                    <a:pt x="0" y="0"/>
                  </a:moveTo>
                  <a:lnTo>
                    <a:pt x="262623" y="262289"/>
                  </a:lnTo>
                </a:path>
              </a:pathLst>
            </a:custGeom>
            <a:noFill/>
            <a:ln w="4948">
              <a:solidFill>
                <a:srgbClr val="93939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1" name="object 75"/>
            <p:cNvSpPr/>
            <p:nvPr/>
          </p:nvSpPr>
          <p:spPr>
            <a:xfrm>
              <a:off x="8697600" y="3524040"/>
              <a:ext cx="262440" cy="633240"/>
            </a:xfrm>
            <a:custGeom>
              <a:avLst/>
              <a:gdLst/>
              <a:ahLst/>
              <a:rect l="l" t="t" r="r" b="b"/>
              <a:pathLst>
                <a:path w="262890" h="633729">
                  <a:moveTo>
                    <a:pt x="0" y="0"/>
                  </a:moveTo>
                  <a:lnTo>
                    <a:pt x="0" y="370941"/>
                  </a:lnTo>
                  <a:lnTo>
                    <a:pt x="262623" y="633222"/>
                  </a:lnTo>
                  <a:lnTo>
                    <a:pt x="262623" y="26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da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2" name="object 76"/>
            <p:cNvSpPr/>
            <p:nvPr/>
          </p:nvSpPr>
          <p:spPr>
            <a:xfrm>
              <a:off x="8697600" y="3895200"/>
              <a:ext cx="262440" cy="262440"/>
            </a:xfrm>
            <a:custGeom>
              <a:avLst/>
              <a:gdLst/>
              <a:ahLst/>
              <a:rect l="l" t="t" r="r" b="b"/>
              <a:pathLst>
                <a:path w="262890" h="262889">
                  <a:moveTo>
                    <a:pt x="0" y="0"/>
                  </a:moveTo>
                  <a:lnTo>
                    <a:pt x="262623" y="262289"/>
                  </a:lnTo>
                </a:path>
              </a:pathLst>
            </a:custGeom>
            <a:noFill/>
            <a:ln w="4948">
              <a:solidFill>
                <a:srgbClr val="dadad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3" name="object 77"/>
            <p:cNvSpPr/>
            <p:nvPr/>
          </p:nvSpPr>
          <p:spPr>
            <a:xfrm>
              <a:off x="2013480" y="3524040"/>
              <a:ext cx="6684120" cy="371160"/>
            </a:xfrm>
            <a:custGeom>
              <a:avLst/>
              <a:gdLst/>
              <a:ahLst/>
              <a:rect l="l" t="t" r="r" b="b"/>
              <a:pathLst>
                <a:path w="6684645" h="371475">
                  <a:moveTo>
                    <a:pt x="6684200" y="0"/>
                  </a:moveTo>
                  <a:lnTo>
                    <a:pt x="0" y="0"/>
                  </a:lnTo>
                  <a:lnTo>
                    <a:pt x="0" y="370931"/>
                  </a:lnTo>
                  <a:lnTo>
                    <a:pt x="6684200" y="370931"/>
                  </a:lnTo>
                  <a:lnTo>
                    <a:pt x="6684200" y="0"/>
                  </a:lnTo>
                  <a:close/>
                </a:path>
              </a:pathLst>
            </a:custGeom>
            <a:solidFill>
              <a:srgbClr val="bdbd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4" name="object 78"/>
            <p:cNvSpPr/>
            <p:nvPr/>
          </p:nvSpPr>
          <p:spPr>
            <a:xfrm>
              <a:off x="2013480" y="3524040"/>
              <a:ext cx="360" cy="371160"/>
            </a:xfrm>
            <a:custGeom>
              <a:avLst/>
              <a:gdLst/>
              <a:ahLst/>
              <a:rect l="l" t="t" r="r" b="b"/>
              <a:pathLst>
                <a:path w="0" h="371475">
                  <a:moveTo>
                    <a:pt x="0" y="0"/>
                  </a:moveTo>
                  <a:lnTo>
                    <a:pt x="0" y="370930"/>
                  </a:lnTo>
                </a:path>
              </a:pathLst>
            </a:custGeom>
            <a:noFill/>
            <a:ln w="19805">
              <a:solidFill>
                <a:srgbClr val="d0d0d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5" name="object 79"/>
            <p:cNvSpPr/>
            <p:nvPr/>
          </p:nvSpPr>
          <p:spPr>
            <a:xfrm>
              <a:off x="2013480" y="3885120"/>
              <a:ext cx="6684120" cy="19800"/>
            </a:xfrm>
            <a:custGeom>
              <a:avLst/>
              <a:gdLst/>
              <a:ahLst/>
              <a:rect l="l" t="t" r="r" b="b"/>
              <a:pathLst>
                <a:path w="6684645" h="20320">
                  <a:moveTo>
                    <a:pt x="0" y="19782"/>
                  </a:moveTo>
                  <a:lnTo>
                    <a:pt x="6684204" y="19782"/>
                  </a:lnTo>
                  <a:lnTo>
                    <a:pt x="6684204" y="0"/>
                  </a:lnTo>
                  <a:lnTo>
                    <a:pt x="0" y="0"/>
                  </a:lnTo>
                  <a:lnTo>
                    <a:pt x="0" y="19782"/>
                  </a:lnTo>
                  <a:close/>
                </a:path>
              </a:pathLst>
            </a:custGeom>
            <a:solidFill>
              <a:srgbClr val="b1b1b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6" name="object 80"/>
            <p:cNvSpPr/>
            <p:nvPr/>
          </p:nvSpPr>
          <p:spPr>
            <a:xfrm>
              <a:off x="8697600" y="3524040"/>
              <a:ext cx="360" cy="371160"/>
            </a:xfrm>
            <a:custGeom>
              <a:avLst/>
              <a:gdLst/>
              <a:ahLst/>
              <a:rect l="l" t="t" r="r" b="b"/>
              <a:pathLst>
                <a:path w="0" h="371475">
                  <a:moveTo>
                    <a:pt x="0" y="370930"/>
                  </a:moveTo>
                  <a:lnTo>
                    <a:pt x="0" y="0"/>
                  </a:lnTo>
                </a:path>
              </a:pathLst>
            </a:custGeom>
            <a:noFill/>
            <a:ln w="19805">
              <a:solidFill>
                <a:srgbClr val="e3e3e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7" name="object 81"/>
            <p:cNvSpPr/>
            <p:nvPr/>
          </p:nvSpPr>
          <p:spPr>
            <a:xfrm>
              <a:off x="2013480" y="3519360"/>
              <a:ext cx="6684120" cy="9720"/>
            </a:xfrm>
            <a:custGeom>
              <a:avLst/>
              <a:gdLst/>
              <a:ahLst/>
              <a:rect l="l" t="t" r="r" b="b"/>
              <a:pathLst>
                <a:path w="6684645" h="10160">
                  <a:moveTo>
                    <a:pt x="0" y="0"/>
                  </a:moveTo>
                  <a:lnTo>
                    <a:pt x="6684204" y="0"/>
                  </a:lnTo>
                  <a:moveTo>
                    <a:pt x="0" y="9891"/>
                  </a:moveTo>
                  <a:lnTo>
                    <a:pt x="6684204" y="9891"/>
                  </a:lnTo>
                </a:path>
              </a:pathLst>
            </a:custGeom>
            <a:noFill/>
            <a:ln w="9884">
              <a:solidFill>
                <a:srgbClr val="b1b1b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" name="object 82"/>
            <p:cNvSpPr/>
            <p:nvPr/>
          </p:nvSpPr>
          <p:spPr>
            <a:xfrm>
              <a:off x="1642320" y="3524040"/>
              <a:ext cx="6946560" cy="262440"/>
            </a:xfrm>
            <a:custGeom>
              <a:avLst/>
              <a:gdLst/>
              <a:ahLst/>
              <a:rect l="l" t="t" r="r" b="b"/>
              <a:pathLst>
                <a:path w="6946900" h="262889">
                  <a:moveTo>
                    <a:pt x="6684200" y="0"/>
                  </a:moveTo>
                  <a:lnTo>
                    <a:pt x="0" y="0"/>
                  </a:lnTo>
                  <a:lnTo>
                    <a:pt x="262585" y="262293"/>
                  </a:lnTo>
                  <a:lnTo>
                    <a:pt x="6946823" y="262293"/>
                  </a:lnTo>
                  <a:lnTo>
                    <a:pt x="6684200" y="0"/>
                  </a:lnTo>
                  <a:close/>
                </a:path>
              </a:pathLst>
            </a:custGeom>
            <a:solidFill>
              <a:srgbClr val="9393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9" name="object 83"/>
            <p:cNvSpPr/>
            <p:nvPr/>
          </p:nvSpPr>
          <p:spPr>
            <a:xfrm>
              <a:off x="1642320" y="3524040"/>
              <a:ext cx="262440" cy="262440"/>
            </a:xfrm>
            <a:custGeom>
              <a:avLst/>
              <a:gdLst/>
              <a:ahLst/>
              <a:rect l="l" t="t" r="r" b="b"/>
              <a:pathLst>
                <a:path w="262889" h="262889">
                  <a:moveTo>
                    <a:pt x="0" y="0"/>
                  </a:moveTo>
                  <a:lnTo>
                    <a:pt x="262581" y="262289"/>
                  </a:lnTo>
                </a:path>
              </a:pathLst>
            </a:custGeom>
            <a:noFill/>
            <a:ln w="4948">
              <a:solidFill>
                <a:srgbClr val="93939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0" name="object 84"/>
            <p:cNvSpPr/>
            <p:nvPr/>
          </p:nvSpPr>
          <p:spPr>
            <a:xfrm>
              <a:off x="8326440" y="3153240"/>
              <a:ext cx="262440" cy="633240"/>
            </a:xfrm>
            <a:custGeom>
              <a:avLst/>
              <a:gdLst/>
              <a:ahLst/>
              <a:rect l="l" t="t" r="r" b="b"/>
              <a:pathLst>
                <a:path w="262890" h="633729">
                  <a:moveTo>
                    <a:pt x="0" y="0"/>
                  </a:moveTo>
                  <a:lnTo>
                    <a:pt x="0" y="370928"/>
                  </a:lnTo>
                  <a:lnTo>
                    <a:pt x="262623" y="633222"/>
                  </a:lnTo>
                  <a:lnTo>
                    <a:pt x="262623" y="26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da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1" name="object 85"/>
            <p:cNvSpPr/>
            <p:nvPr/>
          </p:nvSpPr>
          <p:spPr>
            <a:xfrm>
              <a:off x="8326440" y="3524040"/>
              <a:ext cx="262440" cy="262440"/>
            </a:xfrm>
            <a:custGeom>
              <a:avLst/>
              <a:gdLst/>
              <a:ahLst/>
              <a:rect l="l" t="t" r="r" b="b"/>
              <a:pathLst>
                <a:path w="262890" h="262889">
                  <a:moveTo>
                    <a:pt x="0" y="0"/>
                  </a:moveTo>
                  <a:lnTo>
                    <a:pt x="262623" y="262289"/>
                  </a:lnTo>
                </a:path>
              </a:pathLst>
            </a:custGeom>
            <a:noFill/>
            <a:ln w="4948">
              <a:solidFill>
                <a:srgbClr val="dadad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2" name="object 86"/>
            <p:cNvSpPr/>
            <p:nvPr/>
          </p:nvSpPr>
          <p:spPr>
            <a:xfrm>
              <a:off x="1642320" y="3153240"/>
              <a:ext cx="6684120" cy="371160"/>
            </a:xfrm>
            <a:custGeom>
              <a:avLst/>
              <a:gdLst/>
              <a:ahLst/>
              <a:rect l="l" t="t" r="r" b="b"/>
              <a:pathLst>
                <a:path w="6684645" h="371475">
                  <a:moveTo>
                    <a:pt x="6684200" y="0"/>
                  </a:moveTo>
                  <a:lnTo>
                    <a:pt x="0" y="0"/>
                  </a:lnTo>
                  <a:lnTo>
                    <a:pt x="0" y="370931"/>
                  </a:lnTo>
                  <a:lnTo>
                    <a:pt x="6684200" y="370931"/>
                  </a:lnTo>
                  <a:lnTo>
                    <a:pt x="6684200" y="0"/>
                  </a:lnTo>
                  <a:close/>
                </a:path>
              </a:pathLst>
            </a:custGeom>
            <a:solidFill>
              <a:srgbClr val="bdbd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3" name="object 87"/>
            <p:cNvSpPr/>
            <p:nvPr/>
          </p:nvSpPr>
          <p:spPr>
            <a:xfrm>
              <a:off x="1642320" y="3153240"/>
              <a:ext cx="360" cy="371160"/>
            </a:xfrm>
            <a:custGeom>
              <a:avLst/>
              <a:gdLst/>
              <a:ahLst/>
              <a:rect l="l" t="t" r="r" b="b"/>
              <a:pathLst>
                <a:path w="0" h="371475">
                  <a:moveTo>
                    <a:pt x="0" y="0"/>
                  </a:moveTo>
                  <a:lnTo>
                    <a:pt x="0" y="370930"/>
                  </a:lnTo>
                </a:path>
              </a:pathLst>
            </a:custGeom>
            <a:noFill/>
            <a:ln w="19805">
              <a:solidFill>
                <a:srgbClr val="d0d0d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4" name="object 88"/>
            <p:cNvSpPr/>
            <p:nvPr/>
          </p:nvSpPr>
          <p:spPr>
            <a:xfrm>
              <a:off x="1642320" y="3514320"/>
              <a:ext cx="6684120" cy="19800"/>
            </a:xfrm>
            <a:custGeom>
              <a:avLst/>
              <a:gdLst/>
              <a:ahLst/>
              <a:rect l="l" t="t" r="r" b="b"/>
              <a:pathLst>
                <a:path w="6684645" h="20320">
                  <a:moveTo>
                    <a:pt x="0" y="19782"/>
                  </a:moveTo>
                  <a:lnTo>
                    <a:pt x="6684204" y="19782"/>
                  </a:lnTo>
                  <a:lnTo>
                    <a:pt x="6684204" y="0"/>
                  </a:lnTo>
                  <a:lnTo>
                    <a:pt x="0" y="0"/>
                  </a:lnTo>
                  <a:lnTo>
                    <a:pt x="0" y="19782"/>
                  </a:lnTo>
                  <a:close/>
                </a:path>
              </a:pathLst>
            </a:custGeom>
            <a:solidFill>
              <a:srgbClr val="b1b1b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5" name="object 89"/>
            <p:cNvSpPr/>
            <p:nvPr/>
          </p:nvSpPr>
          <p:spPr>
            <a:xfrm>
              <a:off x="8326440" y="3153240"/>
              <a:ext cx="360" cy="371160"/>
            </a:xfrm>
            <a:custGeom>
              <a:avLst/>
              <a:gdLst/>
              <a:ahLst/>
              <a:rect l="l" t="t" r="r" b="b"/>
              <a:pathLst>
                <a:path w="0" h="371475">
                  <a:moveTo>
                    <a:pt x="0" y="370930"/>
                  </a:moveTo>
                  <a:lnTo>
                    <a:pt x="0" y="0"/>
                  </a:lnTo>
                </a:path>
              </a:pathLst>
            </a:custGeom>
            <a:noFill/>
            <a:ln w="19805">
              <a:solidFill>
                <a:srgbClr val="e3e3e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6" name="object 90"/>
            <p:cNvSpPr/>
            <p:nvPr/>
          </p:nvSpPr>
          <p:spPr>
            <a:xfrm>
              <a:off x="1642320" y="3148200"/>
              <a:ext cx="6684120" cy="9720"/>
            </a:xfrm>
            <a:custGeom>
              <a:avLst/>
              <a:gdLst/>
              <a:ahLst/>
              <a:rect l="l" t="t" r="r" b="b"/>
              <a:pathLst>
                <a:path w="6684645" h="10160">
                  <a:moveTo>
                    <a:pt x="0" y="0"/>
                  </a:moveTo>
                  <a:lnTo>
                    <a:pt x="6684204" y="0"/>
                  </a:lnTo>
                  <a:moveTo>
                    <a:pt x="0" y="9891"/>
                  </a:moveTo>
                  <a:lnTo>
                    <a:pt x="6684204" y="9891"/>
                  </a:lnTo>
                </a:path>
              </a:pathLst>
            </a:custGeom>
            <a:noFill/>
            <a:ln w="9886">
              <a:solidFill>
                <a:srgbClr val="b1b1b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7" name="object 91"/>
            <p:cNvSpPr/>
            <p:nvPr/>
          </p:nvSpPr>
          <p:spPr>
            <a:xfrm>
              <a:off x="1270800" y="3153240"/>
              <a:ext cx="6946560" cy="262440"/>
            </a:xfrm>
            <a:custGeom>
              <a:avLst/>
              <a:gdLst/>
              <a:ahLst/>
              <a:rect l="l" t="t" r="r" b="b"/>
              <a:pathLst>
                <a:path w="6946900" h="262889">
                  <a:moveTo>
                    <a:pt x="6684196" y="0"/>
                  </a:moveTo>
                  <a:lnTo>
                    <a:pt x="0" y="0"/>
                  </a:lnTo>
                  <a:lnTo>
                    <a:pt x="262581" y="262293"/>
                  </a:lnTo>
                  <a:lnTo>
                    <a:pt x="6946819" y="262293"/>
                  </a:lnTo>
                  <a:lnTo>
                    <a:pt x="6684196" y="0"/>
                  </a:lnTo>
                  <a:close/>
                </a:path>
              </a:pathLst>
            </a:custGeom>
            <a:solidFill>
              <a:srgbClr val="9393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8" name="object 92"/>
            <p:cNvSpPr/>
            <p:nvPr/>
          </p:nvSpPr>
          <p:spPr>
            <a:xfrm>
              <a:off x="1270800" y="3153240"/>
              <a:ext cx="262440" cy="262440"/>
            </a:xfrm>
            <a:custGeom>
              <a:avLst/>
              <a:gdLst/>
              <a:ahLst/>
              <a:rect l="l" t="t" r="r" b="b"/>
              <a:pathLst>
                <a:path w="262890" h="262889">
                  <a:moveTo>
                    <a:pt x="0" y="0"/>
                  </a:moveTo>
                  <a:lnTo>
                    <a:pt x="262581" y="262289"/>
                  </a:lnTo>
                </a:path>
              </a:pathLst>
            </a:custGeom>
            <a:noFill/>
            <a:ln w="4948">
              <a:solidFill>
                <a:srgbClr val="93939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9" name="object 93"/>
            <p:cNvSpPr/>
            <p:nvPr/>
          </p:nvSpPr>
          <p:spPr>
            <a:xfrm>
              <a:off x="7954920" y="2782440"/>
              <a:ext cx="262440" cy="633240"/>
            </a:xfrm>
            <a:custGeom>
              <a:avLst/>
              <a:gdLst/>
              <a:ahLst/>
              <a:rect l="l" t="t" r="r" b="b"/>
              <a:pathLst>
                <a:path w="262890" h="633729">
                  <a:moveTo>
                    <a:pt x="0" y="0"/>
                  </a:moveTo>
                  <a:lnTo>
                    <a:pt x="0" y="370928"/>
                  </a:lnTo>
                  <a:lnTo>
                    <a:pt x="262623" y="633222"/>
                  </a:lnTo>
                  <a:lnTo>
                    <a:pt x="262623" y="262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da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0" name="object 94"/>
            <p:cNvSpPr/>
            <p:nvPr/>
          </p:nvSpPr>
          <p:spPr>
            <a:xfrm>
              <a:off x="7954920" y="3153240"/>
              <a:ext cx="262440" cy="262440"/>
            </a:xfrm>
            <a:custGeom>
              <a:avLst/>
              <a:gdLst/>
              <a:ahLst/>
              <a:rect l="l" t="t" r="r" b="b"/>
              <a:pathLst>
                <a:path w="262890" h="262889">
                  <a:moveTo>
                    <a:pt x="0" y="0"/>
                  </a:moveTo>
                  <a:lnTo>
                    <a:pt x="262623" y="262289"/>
                  </a:lnTo>
                </a:path>
              </a:pathLst>
            </a:custGeom>
            <a:noFill/>
            <a:ln w="4948">
              <a:solidFill>
                <a:srgbClr val="dadad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1" name="object 95"/>
            <p:cNvSpPr/>
            <p:nvPr/>
          </p:nvSpPr>
          <p:spPr>
            <a:xfrm>
              <a:off x="1270800" y="2782440"/>
              <a:ext cx="6684120" cy="371160"/>
            </a:xfrm>
            <a:custGeom>
              <a:avLst/>
              <a:gdLst/>
              <a:ahLst/>
              <a:rect l="l" t="t" r="r" b="b"/>
              <a:pathLst>
                <a:path w="6684645" h="371475">
                  <a:moveTo>
                    <a:pt x="6684200" y="0"/>
                  </a:moveTo>
                  <a:lnTo>
                    <a:pt x="0" y="0"/>
                  </a:lnTo>
                  <a:lnTo>
                    <a:pt x="0" y="370931"/>
                  </a:lnTo>
                  <a:lnTo>
                    <a:pt x="6684200" y="370931"/>
                  </a:lnTo>
                  <a:lnTo>
                    <a:pt x="6684200" y="0"/>
                  </a:lnTo>
                  <a:close/>
                </a:path>
              </a:pathLst>
            </a:custGeom>
            <a:solidFill>
              <a:srgbClr val="bdbd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2" name="object 96"/>
            <p:cNvSpPr/>
            <p:nvPr/>
          </p:nvSpPr>
          <p:spPr>
            <a:xfrm>
              <a:off x="1270800" y="2782440"/>
              <a:ext cx="360" cy="371160"/>
            </a:xfrm>
            <a:custGeom>
              <a:avLst/>
              <a:gdLst/>
              <a:ahLst/>
              <a:rect l="l" t="t" r="r" b="b"/>
              <a:pathLst>
                <a:path w="0" h="371475">
                  <a:moveTo>
                    <a:pt x="0" y="0"/>
                  </a:moveTo>
                  <a:lnTo>
                    <a:pt x="0" y="370930"/>
                  </a:lnTo>
                </a:path>
              </a:pathLst>
            </a:custGeom>
            <a:noFill/>
            <a:ln w="19805">
              <a:solidFill>
                <a:srgbClr val="d0d0d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3" name="object 97"/>
            <p:cNvSpPr/>
            <p:nvPr/>
          </p:nvSpPr>
          <p:spPr>
            <a:xfrm>
              <a:off x="1270800" y="3143520"/>
              <a:ext cx="6684120" cy="19800"/>
            </a:xfrm>
            <a:custGeom>
              <a:avLst/>
              <a:gdLst/>
              <a:ahLst/>
              <a:rect l="l" t="t" r="r" b="b"/>
              <a:pathLst>
                <a:path w="6684645" h="20320">
                  <a:moveTo>
                    <a:pt x="0" y="19782"/>
                  </a:moveTo>
                  <a:lnTo>
                    <a:pt x="6684204" y="19782"/>
                  </a:lnTo>
                  <a:lnTo>
                    <a:pt x="6684204" y="0"/>
                  </a:lnTo>
                  <a:lnTo>
                    <a:pt x="0" y="0"/>
                  </a:lnTo>
                  <a:lnTo>
                    <a:pt x="0" y="19782"/>
                  </a:lnTo>
                  <a:close/>
                </a:path>
              </a:pathLst>
            </a:custGeom>
            <a:solidFill>
              <a:srgbClr val="b1b1b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4" name="object 98"/>
            <p:cNvSpPr/>
            <p:nvPr/>
          </p:nvSpPr>
          <p:spPr>
            <a:xfrm>
              <a:off x="7954920" y="2782440"/>
              <a:ext cx="360" cy="371160"/>
            </a:xfrm>
            <a:custGeom>
              <a:avLst/>
              <a:gdLst/>
              <a:ahLst/>
              <a:rect l="l" t="t" r="r" b="b"/>
              <a:pathLst>
                <a:path w="0" h="371475">
                  <a:moveTo>
                    <a:pt x="0" y="370930"/>
                  </a:moveTo>
                  <a:lnTo>
                    <a:pt x="0" y="0"/>
                  </a:lnTo>
                </a:path>
              </a:pathLst>
            </a:custGeom>
            <a:noFill/>
            <a:ln w="19805">
              <a:solidFill>
                <a:srgbClr val="e3e3e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5" name="object 99"/>
            <p:cNvSpPr/>
            <p:nvPr/>
          </p:nvSpPr>
          <p:spPr>
            <a:xfrm>
              <a:off x="1270800" y="2782440"/>
              <a:ext cx="6684120" cy="360"/>
            </a:xfrm>
            <a:custGeom>
              <a:avLst/>
              <a:gdLst/>
              <a:ahLst/>
              <a:rect l="l" t="t" r="r" b="b"/>
              <a:pathLst>
                <a:path w="6684645" h="0">
                  <a:moveTo>
                    <a:pt x="6684204" y="0"/>
                  </a:moveTo>
                  <a:lnTo>
                    <a:pt x="0" y="0"/>
                  </a:lnTo>
                </a:path>
              </a:pathLst>
            </a:custGeom>
            <a:noFill/>
            <a:ln w="19782">
              <a:solidFill>
                <a:srgbClr val="b1b1b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76" name="object 100"/>
          <p:cNvSpPr/>
          <p:nvPr/>
        </p:nvSpPr>
        <p:spPr>
          <a:xfrm>
            <a:off x="1652040" y="3004920"/>
            <a:ext cx="7035480" cy="13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 anchor="t">
            <a:spAutoFit/>
          </a:bodyPr>
          <a:p>
            <a:pPr marL="2489760" indent="-600120">
              <a:lnSpc>
                <a:spcPct val="154000"/>
              </a:lnSpc>
              <a:spcBef>
                <a:spcPts val="91"/>
              </a:spcBef>
              <a:tabLst>
                <a:tab algn="l" pos="0"/>
              </a:tabLst>
            </a:pPr>
            <a:r>
              <a:rPr b="0" lang="en-US" sz="1600" spc="9" strike="noStrike">
                <a:solidFill>
                  <a:srgbClr val="000000"/>
                </a:solidFill>
                <a:latin typeface="Times New Roman"/>
                <a:ea typeface="MS PGothic"/>
              </a:rPr>
              <a:t>Controle </a:t>
            </a:r>
            <a:r>
              <a:rPr b="0" lang="en-US" sz="1600" spc="12" strike="noStrike">
                <a:solidFill>
                  <a:srgbClr val="000000"/>
                </a:solidFill>
                <a:latin typeface="Times New Roman"/>
                <a:ea typeface="MS PGothic"/>
              </a:rPr>
              <a:t>de 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MS PGothic"/>
              </a:rPr>
              <a:t>Modificações  </a:t>
            </a:r>
            <a:r>
              <a:rPr b="0" lang="en-US" sz="1600" spc="9" strike="noStrike">
                <a:solidFill>
                  <a:srgbClr val="000000"/>
                </a:solidFill>
                <a:latin typeface="Times New Roman"/>
                <a:ea typeface="MS PGothic"/>
              </a:rPr>
              <a:t>Controle </a:t>
            </a:r>
            <a:r>
              <a:rPr b="0" lang="en-US" sz="1600" spc="12" strike="noStrike">
                <a:solidFill>
                  <a:srgbClr val="000000"/>
                </a:solidFill>
                <a:latin typeface="Times New Roman"/>
                <a:ea typeface="MS PGothic"/>
              </a:rPr>
              <a:t>de</a:t>
            </a:r>
            <a:r>
              <a:rPr b="0" lang="en-US" sz="1600" spc="-55" strike="noStrike">
                <a:solidFill>
                  <a:srgbClr val="000000"/>
                </a:solidFill>
                <a:latin typeface="Times New Roman"/>
                <a:ea typeface="MS PGothic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Times New Roman"/>
                <a:ea typeface="MS PGothic"/>
              </a:rPr>
              <a:t>Versões</a:t>
            </a:r>
            <a:endParaRPr b="0" lang="pt-BR" sz="1600" spc="-1" strike="noStrike">
              <a:latin typeface="Arial"/>
            </a:endParaRPr>
          </a:p>
          <a:p>
            <a:pPr marL="2449800" indent="-600120">
              <a:lnSpc>
                <a:spcPct val="100000"/>
              </a:lnSpc>
              <a:spcBef>
                <a:spcPts val="1006"/>
              </a:spcBef>
              <a:tabLst>
                <a:tab algn="l" pos="0"/>
              </a:tabLst>
            </a:pPr>
            <a:r>
              <a:rPr b="0" lang="en-US" sz="1600" spc="9" strike="noStrike">
                <a:solidFill>
                  <a:srgbClr val="000000"/>
                </a:solidFill>
                <a:latin typeface="Times New Roman"/>
                <a:ea typeface="MS PGothic"/>
              </a:rPr>
              <a:t>Gerenciamento </a:t>
            </a:r>
            <a:r>
              <a:rPr b="0" lang="en-US" sz="1600" spc="12" strike="noStrike">
                <a:solidFill>
                  <a:srgbClr val="000000"/>
                </a:solidFill>
                <a:latin typeface="Times New Roman"/>
                <a:ea typeface="MS PGothic"/>
              </a:rPr>
              <a:t>de</a:t>
            </a:r>
            <a:r>
              <a:rPr b="0" lang="en-US" sz="1600" spc="-66" strike="noStrike">
                <a:solidFill>
                  <a:srgbClr val="000000"/>
                </a:solidFill>
                <a:latin typeface="Times New Roman"/>
                <a:ea typeface="MS PGothic"/>
              </a:rPr>
              <a:t> </a:t>
            </a:r>
            <a:r>
              <a:rPr b="0" lang="en-US" sz="1600" spc="9" strike="noStrike">
                <a:solidFill>
                  <a:srgbClr val="000000"/>
                </a:solidFill>
                <a:latin typeface="Times New Roman"/>
                <a:ea typeface="MS PGothic"/>
              </a:rPr>
              <a:t>Construção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77" name="object 101"/>
          <p:cNvSpPr/>
          <p:nvPr/>
        </p:nvSpPr>
        <p:spPr>
          <a:xfrm>
            <a:off x="161280" y="2809800"/>
            <a:ext cx="86256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640" bIns="0" anchor="t">
            <a:spAutoFit/>
          </a:bodyPr>
          <a:p>
            <a:pPr marL="12600">
              <a:lnSpc>
                <a:spcPct val="100000"/>
              </a:lnSpc>
              <a:spcBef>
                <a:spcPts val="139"/>
              </a:spcBef>
            </a:pPr>
            <a:r>
              <a:rPr b="1" lang="en-US" sz="1600" spc="-1" strike="noStrike">
                <a:solidFill>
                  <a:srgbClr val="000000"/>
                </a:solidFill>
                <a:latin typeface="Times New Roman"/>
                <a:ea typeface="MS PGothic"/>
              </a:rPr>
              <a:t>S</a:t>
            </a:r>
            <a:r>
              <a:rPr b="1" lang="en-US" sz="1600" spc="18" strike="noStrike">
                <a:solidFill>
                  <a:srgbClr val="000000"/>
                </a:solidFill>
                <a:latin typeface="Times New Roman"/>
                <a:ea typeface="MS PGothic"/>
              </a:rPr>
              <a:t>i</a:t>
            </a:r>
            <a:r>
              <a:rPr b="1" lang="en-US" sz="1600" spc="-1" strike="noStrike">
                <a:solidFill>
                  <a:srgbClr val="000000"/>
                </a:solidFill>
                <a:latin typeface="Times New Roman"/>
                <a:ea typeface="MS PGothic"/>
              </a:rPr>
              <a:t>s</a:t>
            </a:r>
            <a:r>
              <a:rPr b="1" lang="en-US" sz="1600" spc="9" strike="noStrike">
                <a:solidFill>
                  <a:srgbClr val="000000"/>
                </a:solidFill>
                <a:latin typeface="Times New Roman"/>
                <a:ea typeface="MS PGothic"/>
              </a:rPr>
              <a:t>t</a:t>
            </a:r>
            <a:r>
              <a:rPr b="1" lang="en-US" sz="1600" spc="18" strike="noStrike">
                <a:solidFill>
                  <a:srgbClr val="000000"/>
                </a:solidFill>
                <a:latin typeface="Times New Roman"/>
                <a:ea typeface="MS PGothic"/>
              </a:rPr>
              <a:t>e</a:t>
            </a:r>
            <a:r>
              <a:rPr b="1" lang="en-US" sz="1600" spc="-15" strike="noStrike">
                <a:solidFill>
                  <a:srgbClr val="000000"/>
                </a:solidFill>
                <a:latin typeface="Times New Roman"/>
                <a:ea typeface="MS PGothic"/>
              </a:rPr>
              <a:t>m</a:t>
            </a:r>
            <a:r>
              <a:rPr b="1" lang="en-US" sz="1600" spc="18" strike="noStrike">
                <a:solidFill>
                  <a:srgbClr val="000000"/>
                </a:solidFill>
                <a:latin typeface="Times New Roman"/>
                <a:ea typeface="MS PGothic"/>
              </a:rPr>
              <a:t>a</a:t>
            </a:r>
            <a:r>
              <a:rPr b="1" lang="en-US" sz="1600" spc="4" strike="noStrike">
                <a:solidFill>
                  <a:srgbClr val="000000"/>
                </a:solidFill>
                <a:latin typeface="Times New Roman"/>
                <a:ea typeface="MS PGothic"/>
              </a:rPr>
              <a:t>s</a:t>
            </a:r>
            <a:r>
              <a:rPr b="1" lang="en-US" sz="1600" spc="9" strike="noStrike">
                <a:solidFill>
                  <a:srgbClr val="000000"/>
                </a:solidFill>
                <a:latin typeface="Times New Roman"/>
                <a:ea typeface="MS PGothic"/>
              </a:rPr>
              <a:t>: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78" name="object 102"/>
          <p:cNvSpPr/>
          <p:nvPr/>
        </p:nvSpPr>
        <p:spPr>
          <a:xfrm>
            <a:off x="161280" y="2255040"/>
            <a:ext cx="93708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640" bIns="0" anchor="t">
            <a:spAutoFit/>
          </a:bodyPr>
          <a:p>
            <a:pPr marL="12600">
              <a:lnSpc>
                <a:spcPct val="100000"/>
              </a:lnSpc>
              <a:spcBef>
                <a:spcPts val="139"/>
              </a:spcBef>
            </a:pPr>
            <a:r>
              <a:rPr b="1" lang="en-US" sz="1600" spc="-7" strike="noStrike">
                <a:solidFill>
                  <a:srgbClr val="000000"/>
                </a:solidFill>
                <a:latin typeface="Times New Roman"/>
                <a:ea typeface="MS PGothic"/>
              </a:rPr>
              <a:t>P</a:t>
            </a:r>
            <a:r>
              <a:rPr b="1" lang="en-US" sz="1600" spc="24" strike="noStrike">
                <a:solidFill>
                  <a:srgbClr val="000000"/>
                </a:solidFill>
                <a:latin typeface="Times New Roman"/>
                <a:ea typeface="MS PGothic"/>
              </a:rPr>
              <a:t>r</a:t>
            </a:r>
            <a:r>
              <a:rPr b="1" lang="en-US" sz="1600" spc="-26" strike="noStrike">
                <a:solidFill>
                  <a:srgbClr val="000000"/>
                </a:solidFill>
                <a:latin typeface="Times New Roman"/>
                <a:ea typeface="MS PGothic"/>
              </a:rPr>
              <a:t>o</a:t>
            </a:r>
            <a:r>
              <a:rPr b="1" lang="en-US" sz="1600" spc="24" strike="noStrike">
                <a:solidFill>
                  <a:srgbClr val="000000"/>
                </a:solidFill>
                <a:latin typeface="Times New Roman"/>
                <a:ea typeface="MS PGothic"/>
              </a:rPr>
              <a:t>ce</a:t>
            </a:r>
            <a:r>
              <a:rPr b="1" lang="en-US" sz="1600" spc="-1" strike="noStrike">
                <a:solidFill>
                  <a:srgbClr val="000000"/>
                </a:solidFill>
                <a:latin typeface="Times New Roman"/>
                <a:ea typeface="MS PGothic"/>
              </a:rPr>
              <a:t>ss</a:t>
            </a:r>
            <a:r>
              <a:rPr b="1" lang="en-US" sz="1600" spc="-26" strike="noStrike">
                <a:solidFill>
                  <a:srgbClr val="000000"/>
                </a:solidFill>
                <a:latin typeface="Times New Roman"/>
                <a:ea typeface="MS PGothic"/>
              </a:rPr>
              <a:t>o</a:t>
            </a:r>
            <a:r>
              <a:rPr b="1" lang="en-US" sz="1600" spc="9" strike="noStrike">
                <a:solidFill>
                  <a:srgbClr val="000000"/>
                </a:solidFill>
                <a:latin typeface="Times New Roman"/>
                <a:ea typeface="MS PGothic"/>
              </a:rPr>
              <a:t>s: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79" name="object 103"/>
          <p:cNvSpPr/>
          <p:nvPr/>
        </p:nvSpPr>
        <p:spPr>
          <a:xfrm>
            <a:off x="161280" y="1556640"/>
            <a:ext cx="91404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1000"/>
              </a:lnSpc>
              <a:spcBef>
                <a:spcPts val="111"/>
              </a:spcBef>
            </a:pPr>
            <a:r>
              <a:rPr b="1" lang="en-US" sz="1600" spc="12" strike="noStrike">
                <a:solidFill>
                  <a:srgbClr val="000000"/>
                </a:solidFill>
                <a:latin typeface="Times New Roman"/>
                <a:ea typeface="MS PGothic"/>
              </a:rPr>
              <a:t>Espaço</a:t>
            </a:r>
            <a:r>
              <a:rPr b="1" lang="en-US" sz="1600" spc="-111" strike="noStrike">
                <a:solidFill>
                  <a:srgbClr val="000000"/>
                </a:solidFill>
                <a:latin typeface="Times New Roman"/>
                <a:ea typeface="MS PGothic"/>
              </a:rPr>
              <a:t> </a:t>
            </a:r>
            <a:r>
              <a:rPr b="1" lang="en-US" sz="1600" spc="9" strike="noStrike">
                <a:solidFill>
                  <a:srgbClr val="000000"/>
                </a:solidFill>
                <a:latin typeface="Times New Roman"/>
                <a:ea typeface="MS PGothic"/>
              </a:rPr>
              <a:t>de  trabalho:</a:t>
            </a:r>
            <a:endParaRPr b="0" lang="pt-BR" sz="1600" spc="-1" strike="noStrike">
              <a:latin typeface="Arial"/>
            </a:endParaRPr>
          </a:p>
        </p:txBody>
      </p:sp>
      <p:grpSp>
        <p:nvGrpSpPr>
          <p:cNvPr id="280" name="object 104"/>
          <p:cNvGrpSpPr/>
          <p:nvPr/>
        </p:nvGrpSpPr>
        <p:grpSpPr>
          <a:xfrm>
            <a:off x="1419840" y="4624920"/>
            <a:ext cx="270720" cy="270360"/>
            <a:chOff x="1419840" y="4624920"/>
            <a:chExt cx="270720" cy="270360"/>
          </a:xfrm>
        </p:grpSpPr>
        <p:sp>
          <p:nvSpPr>
            <p:cNvPr id="281" name="object 105"/>
            <p:cNvSpPr/>
            <p:nvPr/>
          </p:nvSpPr>
          <p:spPr>
            <a:xfrm>
              <a:off x="1429560" y="4820400"/>
              <a:ext cx="258840" cy="72720"/>
            </a:xfrm>
            <a:custGeom>
              <a:avLst/>
              <a:gdLst/>
              <a:ahLst/>
              <a:rect l="l" t="t" r="r" b="b"/>
              <a:pathLst>
                <a:path w="259080" h="73025">
                  <a:moveTo>
                    <a:pt x="185674" y="0"/>
                  </a:moveTo>
                  <a:lnTo>
                    <a:pt x="0" y="0"/>
                  </a:lnTo>
                  <a:lnTo>
                    <a:pt x="72948" y="72847"/>
                  </a:lnTo>
                  <a:lnTo>
                    <a:pt x="258622" y="72847"/>
                  </a:lnTo>
                  <a:lnTo>
                    <a:pt x="185674" y="0"/>
                  </a:lnTo>
                  <a:close/>
                </a:path>
              </a:pathLst>
            </a:custGeom>
            <a:solidFill>
              <a:srgbClr val="2d2d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2" name="object 106"/>
            <p:cNvSpPr/>
            <p:nvPr/>
          </p:nvSpPr>
          <p:spPr>
            <a:xfrm>
              <a:off x="1429560" y="4820400"/>
              <a:ext cx="72720" cy="72720"/>
            </a:xfrm>
            <a:custGeom>
              <a:avLst/>
              <a:gdLst/>
              <a:ahLst/>
              <a:rect l="l" t="t" r="r" b="b"/>
              <a:pathLst>
                <a:path w="73025" h="73025">
                  <a:moveTo>
                    <a:pt x="0" y="0"/>
                  </a:moveTo>
                  <a:lnTo>
                    <a:pt x="72948" y="72846"/>
                  </a:lnTo>
                </a:path>
              </a:pathLst>
            </a:custGeom>
            <a:noFill/>
            <a:ln w="4948">
              <a:solidFill>
                <a:srgbClr val="2d2d2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3" name="object 107"/>
            <p:cNvSpPr/>
            <p:nvPr/>
          </p:nvSpPr>
          <p:spPr>
            <a:xfrm>
              <a:off x="1615320" y="4635000"/>
              <a:ext cx="72720" cy="258120"/>
            </a:xfrm>
            <a:custGeom>
              <a:avLst/>
              <a:gdLst/>
              <a:ahLst/>
              <a:rect l="l" t="t" r="r" b="b"/>
              <a:pathLst>
                <a:path w="73025" h="258445">
                  <a:moveTo>
                    <a:pt x="0" y="0"/>
                  </a:moveTo>
                  <a:lnTo>
                    <a:pt x="0" y="185458"/>
                  </a:lnTo>
                  <a:lnTo>
                    <a:pt x="72948" y="258305"/>
                  </a:lnTo>
                  <a:lnTo>
                    <a:pt x="72948" y="728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43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4" name="object 108"/>
            <p:cNvSpPr/>
            <p:nvPr/>
          </p:nvSpPr>
          <p:spPr>
            <a:xfrm>
              <a:off x="1419840" y="4624920"/>
              <a:ext cx="270720" cy="27036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85" name="object 109"/>
          <p:cNvGrpSpPr/>
          <p:nvPr/>
        </p:nvGrpSpPr>
        <p:grpSpPr>
          <a:xfrm>
            <a:off x="3477600" y="4627080"/>
            <a:ext cx="270720" cy="270360"/>
            <a:chOff x="3477600" y="4627080"/>
            <a:chExt cx="270720" cy="270360"/>
          </a:xfrm>
        </p:grpSpPr>
        <p:sp>
          <p:nvSpPr>
            <p:cNvPr id="286" name="object 110"/>
            <p:cNvSpPr/>
            <p:nvPr/>
          </p:nvSpPr>
          <p:spPr>
            <a:xfrm>
              <a:off x="3487680" y="4822560"/>
              <a:ext cx="258840" cy="72720"/>
            </a:xfrm>
            <a:custGeom>
              <a:avLst/>
              <a:gdLst/>
              <a:ahLst/>
              <a:rect l="l" t="t" r="r" b="b"/>
              <a:pathLst>
                <a:path w="259079" h="73025">
                  <a:moveTo>
                    <a:pt x="185674" y="0"/>
                  </a:moveTo>
                  <a:lnTo>
                    <a:pt x="0" y="0"/>
                  </a:lnTo>
                  <a:lnTo>
                    <a:pt x="73025" y="72872"/>
                  </a:lnTo>
                  <a:lnTo>
                    <a:pt x="258699" y="72872"/>
                  </a:lnTo>
                  <a:lnTo>
                    <a:pt x="185674" y="0"/>
                  </a:lnTo>
                  <a:close/>
                </a:path>
              </a:pathLst>
            </a:custGeom>
            <a:solidFill>
              <a:srgbClr val="58585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7" name="object 111"/>
            <p:cNvSpPr/>
            <p:nvPr/>
          </p:nvSpPr>
          <p:spPr>
            <a:xfrm>
              <a:off x="3487680" y="4822560"/>
              <a:ext cx="72720" cy="72720"/>
            </a:xfrm>
            <a:custGeom>
              <a:avLst/>
              <a:gdLst/>
              <a:ahLst/>
              <a:rect l="l" t="t" r="r" b="b"/>
              <a:pathLst>
                <a:path w="73025" h="73025">
                  <a:moveTo>
                    <a:pt x="0" y="0"/>
                  </a:moveTo>
                  <a:lnTo>
                    <a:pt x="73031" y="72867"/>
                  </a:lnTo>
                </a:path>
              </a:pathLst>
            </a:custGeom>
            <a:noFill/>
            <a:ln w="4948">
              <a:solidFill>
                <a:srgbClr val="58585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8" name="object 112"/>
            <p:cNvSpPr/>
            <p:nvPr/>
          </p:nvSpPr>
          <p:spPr>
            <a:xfrm>
              <a:off x="3673080" y="4636800"/>
              <a:ext cx="72720" cy="258120"/>
            </a:xfrm>
            <a:custGeom>
              <a:avLst/>
              <a:gdLst/>
              <a:ahLst/>
              <a:rect l="l" t="t" r="r" b="b"/>
              <a:pathLst>
                <a:path w="73025" h="258445">
                  <a:moveTo>
                    <a:pt x="0" y="0"/>
                  </a:moveTo>
                  <a:lnTo>
                    <a:pt x="0" y="185458"/>
                  </a:lnTo>
                  <a:lnTo>
                    <a:pt x="73025" y="258330"/>
                  </a:lnTo>
                  <a:lnTo>
                    <a:pt x="73025" y="728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84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9" name="object 113"/>
            <p:cNvSpPr/>
            <p:nvPr/>
          </p:nvSpPr>
          <p:spPr>
            <a:xfrm>
              <a:off x="3477600" y="4627080"/>
              <a:ext cx="270720" cy="27036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90" name="object 114"/>
          <p:cNvGrpSpPr/>
          <p:nvPr/>
        </p:nvGrpSpPr>
        <p:grpSpPr>
          <a:xfrm>
            <a:off x="5334480" y="4627080"/>
            <a:ext cx="270720" cy="270360"/>
            <a:chOff x="5334480" y="4627080"/>
            <a:chExt cx="270720" cy="270360"/>
          </a:xfrm>
        </p:grpSpPr>
        <p:sp>
          <p:nvSpPr>
            <p:cNvPr id="291" name="object 115"/>
            <p:cNvSpPr/>
            <p:nvPr/>
          </p:nvSpPr>
          <p:spPr>
            <a:xfrm>
              <a:off x="5344200" y="4822560"/>
              <a:ext cx="258840" cy="72720"/>
            </a:xfrm>
            <a:custGeom>
              <a:avLst/>
              <a:gdLst/>
              <a:ahLst/>
              <a:rect l="l" t="t" r="r" b="b"/>
              <a:pathLst>
                <a:path w="259079" h="73025">
                  <a:moveTo>
                    <a:pt x="185661" y="0"/>
                  </a:moveTo>
                  <a:lnTo>
                    <a:pt x="0" y="0"/>
                  </a:lnTo>
                  <a:lnTo>
                    <a:pt x="73025" y="72872"/>
                  </a:lnTo>
                  <a:lnTo>
                    <a:pt x="258699" y="72872"/>
                  </a:lnTo>
                  <a:lnTo>
                    <a:pt x="185661" y="0"/>
                  </a:lnTo>
                  <a:close/>
                </a:path>
              </a:pathLst>
            </a:custGeom>
            <a:solidFill>
              <a:srgbClr val="9393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2" name="object 116"/>
            <p:cNvSpPr/>
            <p:nvPr/>
          </p:nvSpPr>
          <p:spPr>
            <a:xfrm>
              <a:off x="5344200" y="4822560"/>
              <a:ext cx="72720" cy="72720"/>
            </a:xfrm>
            <a:custGeom>
              <a:avLst/>
              <a:gdLst/>
              <a:ahLst/>
              <a:rect l="l" t="t" r="r" b="b"/>
              <a:pathLst>
                <a:path w="73025" h="73025">
                  <a:moveTo>
                    <a:pt x="0" y="0"/>
                  </a:moveTo>
                  <a:lnTo>
                    <a:pt x="73031" y="72867"/>
                  </a:lnTo>
                </a:path>
              </a:pathLst>
            </a:custGeom>
            <a:noFill/>
            <a:ln w="4948">
              <a:solidFill>
                <a:srgbClr val="93939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3" name="object 117"/>
            <p:cNvSpPr/>
            <p:nvPr/>
          </p:nvSpPr>
          <p:spPr>
            <a:xfrm>
              <a:off x="5529960" y="4636800"/>
              <a:ext cx="73440" cy="258120"/>
            </a:xfrm>
            <a:custGeom>
              <a:avLst/>
              <a:gdLst/>
              <a:ahLst/>
              <a:rect l="l" t="t" r="r" b="b"/>
              <a:pathLst>
                <a:path w="73660" h="258445">
                  <a:moveTo>
                    <a:pt x="0" y="0"/>
                  </a:moveTo>
                  <a:lnTo>
                    <a:pt x="0" y="185458"/>
                  </a:lnTo>
                  <a:lnTo>
                    <a:pt x="73037" y="258330"/>
                  </a:lnTo>
                  <a:lnTo>
                    <a:pt x="73037" y="728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da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4" name="object 118"/>
            <p:cNvSpPr/>
            <p:nvPr/>
          </p:nvSpPr>
          <p:spPr>
            <a:xfrm>
              <a:off x="5334480" y="4627080"/>
              <a:ext cx="270720" cy="27036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95" name="object 119"/>
          <p:cNvSpPr/>
          <p:nvPr/>
        </p:nvSpPr>
        <p:spPr>
          <a:xfrm>
            <a:off x="1830960" y="4493520"/>
            <a:ext cx="130464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1000"/>
              </a:lnSpc>
              <a:spcBef>
                <a:spcPts val="111"/>
              </a:spcBef>
            </a:pPr>
            <a:r>
              <a:rPr b="1" lang="en-US" sz="1600" spc="4" strike="noStrike">
                <a:solidFill>
                  <a:srgbClr val="000000"/>
                </a:solidFill>
                <a:latin typeface="Times New Roman"/>
                <a:ea typeface="MS PGothic"/>
              </a:rPr>
              <a:t>Perspectiva</a:t>
            </a:r>
            <a:r>
              <a:rPr b="1" lang="en-US" sz="1600" spc="-26" strike="noStrike">
                <a:solidFill>
                  <a:srgbClr val="000000"/>
                </a:solidFill>
                <a:latin typeface="Times New Roman"/>
                <a:ea typeface="MS PGothic"/>
              </a:rPr>
              <a:t> </a:t>
            </a:r>
            <a:r>
              <a:rPr b="1" lang="en-US" sz="1600" spc="9" strike="noStrike">
                <a:solidFill>
                  <a:srgbClr val="000000"/>
                </a:solidFill>
                <a:latin typeface="Times New Roman"/>
                <a:ea typeface="MS PGothic"/>
              </a:rPr>
              <a:t>de  </a:t>
            </a:r>
            <a:r>
              <a:rPr b="1" lang="en-US" sz="1600" spc="12" strike="noStrike">
                <a:solidFill>
                  <a:srgbClr val="000000"/>
                </a:solidFill>
                <a:latin typeface="Times New Roman"/>
                <a:ea typeface="MS PGothic"/>
              </a:rPr>
              <a:t>integração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96" name="object 120"/>
          <p:cNvSpPr/>
          <p:nvPr/>
        </p:nvSpPr>
        <p:spPr>
          <a:xfrm>
            <a:off x="3876840" y="4493520"/>
            <a:ext cx="104436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1000"/>
              </a:lnSpc>
              <a:spcBef>
                <a:spcPts val="111"/>
              </a:spcBef>
            </a:pPr>
            <a:r>
              <a:rPr b="1" lang="en-US" sz="1600" spc="-7" strike="noStrike">
                <a:solidFill>
                  <a:srgbClr val="000000"/>
                </a:solidFill>
                <a:latin typeface="Times New Roman"/>
                <a:ea typeface="MS PGothic"/>
              </a:rPr>
              <a:t>P</a:t>
            </a:r>
            <a:r>
              <a:rPr b="1" lang="en-US" sz="1600" spc="24" strike="noStrike">
                <a:solidFill>
                  <a:srgbClr val="000000"/>
                </a:solidFill>
                <a:latin typeface="Times New Roman"/>
                <a:ea typeface="MS PGothic"/>
              </a:rPr>
              <a:t>er</a:t>
            </a:r>
            <a:r>
              <a:rPr b="1" lang="en-US" sz="1600" spc="-1" strike="noStrike">
                <a:solidFill>
                  <a:srgbClr val="000000"/>
                </a:solidFill>
                <a:latin typeface="Times New Roman"/>
                <a:ea typeface="MS PGothic"/>
              </a:rPr>
              <a:t>sp</a:t>
            </a:r>
            <a:r>
              <a:rPr b="1" lang="en-US" sz="1600" spc="24" strike="noStrike">
                <a:solidFill>
                  <a:srgbClr val="000000"/>
                </a:solidFill>
                <a:latin typeface="Times New Roman"/>
                <a:ea typeface="MS PGothic"/>
              </a:rPr>
              <a:t>ec</a:t>
            </a:r>
            <a:r>
              <a:rPr b="1" lang="en-US" sz="1600" spc="-32" strike="noStrike">
                <a:solidFill>
                  <a:srgbClr val="000000"/>
                </a:solidFill>
                <a:latin typeface="Times New Roman"/>
                <a:ea typeface="MS PGothic"/>
              </a:rPr>
              <a:t>t</a:t>
            </a:r>
            <a:r>
              <a:rPr b="1" lang="en-US" sz="1600" spc="18" strike="noStrike">
                <a:solidFill>
                  <a:srgbClr val="000000"/>
                </a:solidFill>
                <a:latin typeface="Times New Roman"/>
                <a:ea typeface="MS PGothic"/>
              </a:rPr>
              <a:t>i</a:t>
            </a:r>
            <a:r>
              <a:rPr b="1" lang="en-US" sz="1600" spc="-26" strike="noStrike">
                <a:solidFill>
                  <a:srgbClr val="000000"/>
                </a:solidFill>
                <a:latin typeface="Times New Roman"/>
                <a:ea typeface="MS PGothic"/>
              </a:rPr>
              <a:t>v</a:t>
            </a:r>
            <a:r>
              <a:rPr b="1" lang="en-US" sz="1600" spc="9" strike="noStrike">
                <a:solidFill>
                  <a:srgbClr val="000000"/>
                </a:solidFill>
                <a:latin typeface="Times New Roman"/>
                <a:ea typeface="MS PGothic"/>
              </a:rPr>
              <a:t>a  gerencial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97" name="object 121"/>
          <p:cNvSpPr/>
          <p:nvPr/>
        </p:nvSpPr>
        <p:spPr>
          <a:xfrm>
            <a:off x="5734440" y="4493520"/>
            <a:ext cx="149004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1000"/>
              </a:lnSpc>
              <a:spcBef>
                <a:spcPts val="111"/>
              </a:spcBef>
            </a:pPr>
            <a:r>
              <a:rPr b="1" lang="en-US" sz="1600" spc="4" strike="noStrike">
                <a:solidFill>
                  <a:srgbClr val="000000"/>
                </a:solidFill>
                <a:latin typeface="Times New Roman"/>
                <a:ea typeface="MS PGothic"/>
              </a:rPr>
              <a:t>Perspectiva </a:t>
            </a:r>
            <a:r>
              <a:rPr b="1" lang="en-US" sz="1600" spc="9" strike="noStrike">
                <a:solidFill>
                  <a:srgbClr val="000000"/>
                </a:solidFill>
                <a:latin typeface="Times New Roman"/>
                <a:ea typeface="MS PGothic"/>
              </a:rPr>
              <a:t>de  </a:t>
            </a:r>
            <a:r>
              <a:rPr b="1" lang="en-US" sz="1600" spc="-1" strike="noStrike">
                <a:solidFill>
                  <a:srgbClr val="000000"/>
                </a:solidFill>
                <a:latin typeface="Times New Roman"/>
                <a:ea typeface="MS PGothic"/>
              </a:rPr>
              <a:t>d</a:t>
            </a:r>
            <a:r>
              <a:rPr b="1" lang="en-US" sz="1600" spc="24" strike="noStrike">
                <a:solidFill>
                  <a:srgbClr val="000000"/>
                </a:solidFill>
                <a:latin typeface="Times New Roman"/>
                <a:ea typeface="MS PGothic"/>
              </a:rPr>
              <a:t>e</a:t>
            </a:r>
            <a:r>
              <a:rPr b="1" lang="en-US" sz="1600" spc="-1" strike="noStrike">
                <a:solidFill>
                  <a:srgbClr val="000000"/>
                </a:solidFill>
                <a:latin typeface="Times New Roman"/>
                <a:ea typeface="MS PGothic"/>
              </a:rPr>
              <a:t>s</a:t>
            </a:r>
            <a:r>
              <a:rPr b="1" lang="en-US" sz="1600" spc="24" strike="noStrike">
                <a:solidFill>
                  <a:srgbClr val="000000"/>
                </a:solidFill>
                <a:latin typeface="Times New Roman"/>
                <a:ea typeface="MS PGothic"/>
              </a:rPr>
              <a:t>e</a:t>
            </a:r>
            <a:r>
              <a:rPr b="1" lang="en-US" sz="1600" spc="-1" strike="noStrike">
                <a:solidFill>
                  <a:srgbClr val="000000"/>
                </a:solidFill>
                <a:latin typeface="Times New Roman"/>
                <a:ea typeface="MS PGothic"/>
              </a:rPr>
              <a:t>n</a:t>
            </a:r>
            <a:r>
              <a:rPr b="1" lang="en-US" sz="1600" spc="-26" strike="noStrike">
                <a:solidFill>
                  <a:srgbClr val="000000"/>
                </a:solidFill>
                <a:latin typeface="Times New Roman"/>
                <a:ea typeface="MS PGothic"/>
              </a:rPr>
              <a:t>vo</a:t>
            </a:r>
            <a:r>
              <a:rPr b="1" lang="en-US" sz="1600" spc="52" strike="noStrike">
                <a:solidFill>
                  <a:srgbClr val="000000"/>
                </a:solidFill>
                <a:latin typeface="Times New Roman"/>
                <a:ea typeface="MS PGothic"/>
              </a:rPr>
              <a:t>l</a:t>
            </a:r>
            <a:r>
              <a:rPr b="1" lang="en-US" sz="1600" spc="-26" strike="noStrike">
                <a:solidFill>
                  <a:srgbClr val="000000"/>
                </a:solidFill>
                <a:latin typeface="Times New Roman"/>
                <a:ea typeface="MS PGothic"/>
              </a:rPr>
              <a:t>v</a:t>
            </a:r>
            <a:r>
              <a:rPr b="1" lang="en-US" sz="1600" spc="18" strike="noStrike">
                <a:solidFill>
                  <a:srgbClr val="000000"/>
                </a:solidFill>
                <a:latin typeface="Times New Roman"/>
                <a:ea typeface="MS PGothic"/>
              </a:rPr>
              <a:t>i</a:t>
            </a:r>
            <a:r>
              <a:rPr b="1" lang="en-US" sz="1600" spc="-15" strike="noStrike">
                <a:solidFill>
                  <a:srgbClr val="000000"/>
                </a:solidFill>
                <a:latin typeface="Times New Roman"/>
                <a:ea typeface="MS PGothic"/>
              </a:rPr>
              <a:t>m</a:t>
            </a:r>
            <a:r>
              <a:rPr b="1" lang="en-US" sz="1600" spc="24" strike="noStrike">
                <a:solidFill>
                  <a:srgbClr val="000000"/>
                </a:solidFill>
                <a:latin typeface="Times New Roman"/>
                <a:ea typeface="MS PGothic"/>
              </a:rPr>
              <a:t>e</a:t>
            </a:r>
            <a:r>
              <a:rPr b="1" lang="en-US" sz="1600" spc="-1" strike="noStrike">
                <a:solidFill>
                  <a:srgbClr val="000000"/>
                </a:solidFill>
                <a:latin typeface="Times New Roman"/>
                <a:ea typeface="MS PGothic"/>
              </a:rPr>
              <a:t>n</a:t>
            </a:r>
            <a:r>
              <a:rPr b="1" lang="en-US" sz="1600" spc="12" strike="noStrike">
                <a:solidFill>
                  <a:srgbClr val="000000"/>
                </a:solidFill>
                <a:latin typeface="Times New Roman"/>
                <a:ea typeface="MS PGothic"/>
              </a:rPr>
              <a:t>to</a:t>
            </a:r>
            <a:endParaRPr b="0" lang="pt-B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object 12"/>
          <p:cNvSpPr/>
          <p:nvPr/>
        </p:nvSpPr>
        <p:spPr>
          <a:xfrm>
            <a:off x="423720" y="4482720"/>
            <a:ext cx="1666440" cy="12618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99" name="object 13"/>
          <p:cNvGrpSpPr/>
          <p:nvPr/>
        </p:nvGrpSpPr>
        <p:grpSpPr>
          <a:xfrm>
            <a:off x="4066920" y="4339800"/>
            <a:ext cx="1785960" cy="719640"/>
            <a:chOff x="4066920" y="4339800"/>
            <a:chExt cx="1785960" cy="719640"/>
          </a:xfrm>
        </p:grpSpPr>
        <p:sp>
          <p:nvSpPr>
            <p:cNvPr id="300" name="object 14"/>
            <p:cNvSpPr/>
            <p:nvPr/>
          </p:nvSpPr>
          <p:spPr>
            <a:xfrm>
              <a:off x="4066920" y="4339800"/>
              <a:ext cx="1785960" cy="719640"/>
            </a:xfrm>
            <a:custGeom>
              <a:avLst/>
              <a:gdLst/>
              <a:ahLst/>
              <a:rect l="l" t="t" r="r" b="b"/>
              <a:pathLst>
                <a:path w="1786254" h="720089">
                  <a:moveTo>
                    <a:pt x="892975" y="0"/>
                  </a:moveTo>
                  <a:lnTo>
                    <a:pt x="815927" y="440"/>
                  </a:lnTo>
                  <a:lnTo>
                    <a:pt x="740699" y="1737"/>
                  </a:lnTo>
                  <a:lnTo>
                    <a:pt x="667558" y="3855"/>
                  </a:lnTo>
                  <a:lnTo>
                    <a:pt x="596774" y="6758"/>
                  </a:lnTo>
                  <a:lnTo>
                    <a:pt x="528613" y="10410"/>
                  </a:lnTo>
                  <a:lnTo>
                    <a:pt x="463345" y="14775"/>
                  </a:lnTo>
                  <a:lnTo>
                    <a:pt x="401236" y="19816"/>
                  </a:lnTo>
                  <a:lnTo>
                    <a:pt x="342556" y="25499"/>
                  </a:lnTo>
                  <a:lnTo>
                    <a:pt x="287572" y="31786"/>
                  </a:lnTo>
                  <a:lnTo>
                    <a:pt x="236552" y="38642"/>
                  </a:lnTo>
                  <a:lnTo>
                    <a:pt x="189765" y="46031"/>
                  </a:lnTo>
                  <a:lnTo>
                    <a:pt x="147478" y="53916"/>
                  </a:lnTo>
                  <a:lnTo>
                    <a:pt x="109959" y="62263"/>
                  </a:lnTo>
                  <a:lnTo>
                    <a:pt x="50300" y="80194"/>
                  </a:lnTo>
                  <a:lnTo>
                    <a:pt x="12932" y="99536"/>
                  </a:lnTo>
                  <a:lnTo>
                    <a:pt x="0" y="120002"/>
                  </a:lnTo>
                  <a:lnTo>
                    <a:pt x="0" y="599998"/>
                  </a:lnTo>
                  <a:lnTo>
                    <a:pt x="28696" y="630289"/>
                  </a:lnTo>
                  <a:lnTo>
                    <a:pt x="77477" y="648961"/>
                  </a:lnTo>
                  <a:lnTo>
                    <a:pt x="147478" y="666078"/>
                  </a:lnTo>
                  <a:lnTo>
                    <a:pt x="189765" y="673964"/>
                  </a:lnTo>
                  <a:lnTo>
                    <a:pt x="236552" y="681353"/>
                  </a:lnTo>
                  <a:lnTo>
                    <a:pt x="287572" y="688210"/>
                  </a:lnTo>
                  <a:lnTo>
                    <a:pt x="342556" y="694497"/>
                  </a:lnTo>
                  <a:lnTo>
                    <a:pt x="401236" y="700180"/>
                  </a:lnTo>
                  <a:lnTo>
                    <a:pt x="463345" y="705223"/>
                  </a:lnTo>
                  <a:lnTo>
                    <a:pt x="528613" y="709588"/>
                  </a:lnTo>
                  <a:lnTo>
                    <a:pt x="596774" y="713240"/>
                  </a:lnTo>
                  <a:lnTo>
                    <a:pt x="667558" y="716144"/>
                  </a:lnTo>
                  <a:lnTo>
                    <a:pt x="740699" y="718262"/>
                  </a:lnTo>
                  <a:lnTo>
                    <a:pt x="815927" y="719560"/>
                  </a:lnTo>
                  <a:lnTo>
                    <a:pt x="892975" y="720001"/>
                  </a:lnTo>
                  <a:lnTo>
                    <a:pt x="970022" y="719560"/>
                  </a:lnTo>
                  <a:lnTo>
                    <a:pt x="1045250" y="718262"/>
                  </a:lnTo>
                  <a:lnTo>
                    <a:pt x="1118390" y="716144"/>
                  </a:lnTo>
                  <a:lnTo>
                    <a:pt x="1189174" y="713240"/>
                  </a:lnTo>
                  <a:lnTo>
                    <a:pt x="1257334" y="709588"/>
                  </a:lnTo>
                  <a:lnTo>
                    <a:pt x="1322602" y="705223"/>
                  </a:lnTo>
                  <a:lnTo>
                    <a:pt x="1384709" y="700180"/>
                  </a:lnTo>
                  <a:lnTo>
                    <a:pt x="1443388" y="694497"/>
                  </a:lnTo>
                  <a:lnTo>
                    <a:pt x="1498372" y="688210"/>
                  </a:lnTo>
                  <a:lnTo>
                    <a:pt x="1549390" y="681353"/>
                  </a:lnTo>
                  <a:lnTo>
                    <a:pt x="1596177" y="673964"/>
                  </a:lnTo>
                  <a:lnTo>
                    <a:pt x="1638463" y="666078"/>
                  </a:lnTo>
                  <a:lnTo>
                    <a:pt x="1675980" y="657732"/>
                  </a:lnTo>
                  <a:lnTo>
                    <a:pt x="1735638" y="639801"/>
                  </a:lnTo>
                  <a:lnTo>
                    <a:pt x="1773005" y="620461"/>
                  </a:lnTo>
                  <a:lnTo>
                    <a:pt x="1785937" y="599998"/>
                  </a:lnTo>
                  <a:lnTo>
                    <a:pt x="1785937" y="120002"/>
                  </a:lnTo>
                  <a:lnTo>
                    <a:pt x="1757242" y="89707"/>
                  </a:lnTo>
                  <a:lnTo>
                    <a:pt x="1708461" y="71034"/>
                  </a:lnTo>
                  <a:lnTo>
                    <a:pt x="1638463" y="53916"/>
                  </a:lnTo>
                  <a:lnTo>
                    <a:pt x="1596177" y="46031"/>
                  </a:lnTo>
                  <a:lnTo>
                    <a:pt x="1549390" y="38642"/>
                  </a:lnTo>
                  <a:lnTo>
                    <a:pt x="1498372" y="31786"/>
                  </a:lnTo>
                  <a:lnTo>
                    <a:pt x="1443388" y="25499"/>
                  </a:lnTo>
                  <a:lnTo>
                    <a:pt x="1384709" y="19816"/>
                  </a:lnTo>
                  <a:lnTo>
                    <a:pt x="1322602" y="14775"/>
                  </a:lnTo>
                  <a:lnTo>
                    <a:pt x="1257334" y="10410"/>
                  </a:lnTo>
                  <a:lnTo>
                    <a:pt x="1189174" y="6758"/>
                  </a:lnTo>
                  <a:lnTo>
                    <a:pt x="1118390" y="3855"/>
                  </a:lnTo>
                  <a:lnTo>
                    <a:pt x="1045250" y="1737"/>
                  </a:lnTo>
                  <a:lnTo>
                    <a:pt x="970022" y="440"/>
                  </a:lnTo>
                  <a:lnTo>
                    <a:pt x="892975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1" name="object 15"/>
            <p:cNvSpPr/>
            <p:nvPr/>
          </p:nvSpPr>
          <p:spPr>
            <a:xfrm>
              <a:off x="4066920" y="4339800"/>
              <a:ext cx="1785960" cy="719640"/>
            </a:xfrm>
            <a:custGeom>
              <a:avLst/>
              <a:gdLst/>
              <a:ahLst/>
              <a:rect l="l" t="t" r="r" b="b"/>
              <a:pathLst>
                <a:path w="1786254" h="720089">
                  <a:moveTo>
                    <a:pt x="1785938" y="119999"/>
                  </a:moveTo>
                  <a:lnTo>
                    <a:pt x="1757243" y="150292"/>
                  </a:lnTo>
                  <a:lnTo>
                    <a:pt x="1708462" y="168964"/>
                  </a:lnTo>
                  <a:lnTo>
                    <a:pt x="1638463" y="186081"/>
                  </a:lnTo>
                  <a:lnTo>
                    <a:pt x="1596176" y="193966"/>
                  </a:lnTo>
                  <a:lnTo>
                    <a:pt x="1549389" y="201355"/>
                  </a:lnTo>
                  <a:lnTo>
                    <a:pt x="1498370" y="208211"/>
                  </a:lnTo>
                  <a:lnTo>
                    <a:pt x="1443387" y="214499"/>
                  </a:lnTo>
                  <a:lnTo>
                    <a:pt x="1384707" y="220181"/>
                  </a:lnTo>
                  <a:lnTo>
                    <a:pt x="1322598" y="225223"/>
                  </a:lnTo>
                  <a:lnTo>
                    <a:pt x="1257330" y="229588"/>
                  </a:lnTo>
                  <a:lnTo>
                    <a:pt x="1189170" y="233240"/>
                  </a:lnTo>
                  <a:lnTo>
                    <a:pt x="1118385" y="236143"/>
                  </a:lnTo>
                  <a:lnTo>
                    <a:pt x="1045244" y="238261"/>
                  </a:lnTo>
                  <a:lnTo>
                    <a:pt x="970016" y="239559"/>
                  </a:lnTo>
                  <a:lnTo>
                    <a:pt x="892967" y="239999"/>
                  </a:lnTo>
                  <a:lnTo>
                    <a:pt x="815918" y="239559"/>
                  </a:lnTo>
                  <a:lnTo>
                    <a:pt x="740690" y="238261"/>
                  </a:lnTo>
                  <a:lnTo>
                    <a:pt x="667549" y="236143"/>
                  </a:lnTo>
                  <a:lnTo>
                    <a:pt x="596765" y="233240"/>
                  </a:lnTo>
                  <a:lnTo>
                    <a:pt x="528604" y="229588"/>
                  </a:lnTo>
                  <a:lnTo>
                    <a:pt x="463336" y="225223"/>
                  </a:lnTo>
                  <a:lnTo>
                    <a:pt x="401228" y="220181"/>
                  </a:lnTo>
                  <a:lnTo>
                    <a:pt x="342549" y="214499"/>
                  </a:lnTo>
                  <a:lnTo>
                    <a:pt x="287565" y="208211"/>
                  </a:lnTo>
                  <a:lnTo>
                    <a:pt x="236546" y="201355"/>
                  </a:lnTo>
                  <a:lnTo>
                    <a:pt x="189760" y="193966"/>
                  </a:lnTo>
                  <a:lnTo>
                    <a:pt x="147474" y="186081"/>
                  </a:lnTo>
                  <a:lnTo>
                    <a:pt x="109956" y="177734"/>
                  </a:lnTo>
                  <a:lnTo>
                    <a:pt x="50299" y="159804"/>
                  </a:lnTo>
                  <a:lnTo>
                    <a:pt x="12932" y="140463"/>
                  </a:lnTo>
                  <a:lnTo>
                    <a:pt x="3277" y="130353"/>
                  </a:lnTo>
                  <a:lnTo>
                    <a:pt x="0" y="119999"/>
                  </a:lnTo>
                  <a:moveTo>
                    <a:pt x="0" y="119999"/>
                  </a:moveTo>
                  <a:lnTo>
                    <a:pt x="28695" y="89707"/>
                  </a:lnTo>
                  <a:lnTo>
                    <a:pt x="77475" y="71035"/>
                  </a:lnTo>
                  <a:lnTo>
                    <a:pt x="147474" y="53918"/>
                  </a:lnTo>
                  <a:lnTo>
                    <a:pt x="189760" y="46032"/>
                  </a:lnTo>
                  <a:lnTo>
                    <a:pt x="236546" y="38644"/>
                  </a:lnTo>
                  <a:lnTo>
                    <a:pt x="287565" y="31787"/>
                  </a:lnTo>
                  <a:lnTo>
                    <a:pt x="342549" y="25500"/>
                  </a:lnTo>
                  <a:lnTo>
                    <a:pt x="401228" y="19818"/>
                  </a:lnTo>
                  <a:lnTo>
                    <a:pt x="463336" y="14776"/>
                  </a:lnTo>
                  <a:lnTo>
                    <a:pt x="528604" y="10411"/>
                  </a:lnTo>
                  <a:lnTo>
                    <a:pt x="596765" y="6759"/>
                  </a:lnTo>
                  <a:lnTo>
                    <a:pt x="667549" y="3856"/>
                  </a:lnTo>
                  <a:lnTo>
                    <a:pt x="740690" y="1737"/>
                  </a:lnTo>
                  <a:lnTo>
                    <a:pt x="815918" y="440"/>
                  </a:lnTo>
                  <a:lnTo>
                    <a:pt x="892967" y="0"/>
                  </a:lnTo>
                  <a:lnTo>
                    <a:pt x="970016" y="440"/>
                  </a:lnTo>
                  <a:lnTo>
                    <a:pt x="1045244" y="1737"/>
                  </a:lnTo>
                  <a:lnTo>
                    <a:pt x="1118385" y="3856"/>
                  </a:lnTo>
                  <a:lnTo>
                    <a:pt x="1189170" y="6759"/>
                  </a:lnTo>
                  <a:lnTo>
                    <a:pt x="1257330" y="10411"/>
                  </a:lnTo>
                  <a:lnTo>
                    <a:pt x="1322598" y="14776"/>
                  </a:lnTo>
                  <a:lnTo>
                    <a:pt x="1384707" y="19818"/>
                  </a:lnTo>
                  <a:lnTo>
                    <a:pt x="1443387" y="25500"/>
                  </a:lnTo>
                  <a:lnTo>
                    <a:pt x="1498370" y="31787"/>
                  </a:lnTo>
                  <a:lnTo>
                    <a:pt x="1549389" y="38644"/>
                  </a:lnTo>
                  <a:lnTo>
                    <a:pt x="1596176" y="46032"/>
                  </a:lnTo>
                  <a:lnTo>
                    <a:pt x="1638463" y="53918"/>
                  </a:lnTo>
                  <a:lnTo>
                    <a:pt x="1675981" y="62264"/>
                  </a:lnTo>
                  <a:lnTo>
                    <a:pt x="1735639" y="80195"/>
                  </a:lnTo>
                  <a:lnTo>
                    <a:pt x="1773006" y="99536"/>
                  </a:lnTo>
                  <a:lnTo>
                    <a:pt x="1785938" y="119999"/>
                  </a:lnTo>
                  <a:lnTo>
                    <a:pt x="1785938" y="599999"/>
                  </a:lnTo>
                  <a:lnTo>
                    <a:pt x="1757243" y="630291"/>
                  </a:lnTo>
                  <a:lnTo>
                    <a:pt x="1708462" y="648963"/>
                  </a:lnTo>
                  <a:lnTo>
                    <a:pt x="1638463" y="666080"/>
                  </a:lnTo>
                  <a:lnTo>
                    <a:pt x="1596176" y="673966"/>
                  </a:lnTo>
                  <a:lnTo>
                    <a:pt x="1549389" y="681355"/>
                  </a:lnTo>
                  <a:lnTo>
                    <a:pt x="1498370" y="688211"/>
                  </a:lnTo>
                  <a:lnTo>
                    <a:pt x="1443387" y="694498"/>
                  </a:lnTo>
                  <a:lnTo>
                    <a:pt x="1384707" y="700181"/>
                  </a:lnTo>
                  <a:lnTo>
                    <a:pt x="1322598" y="705223"/>
                  </a:lnTo>
                  <a:lnTo>
                    <a:pt x="1257330" y="709587"/>
                  </a:lnTo>
                  <a:lnTo>
                    <a:pt x="1189170" y="713239"/>
                  </a:lnTo>
                  <a:lnTo>
                    <a:pt x="1118385" y="716143"/>
                  </a:lnTo>
                  <a:lnTo>
                    <a:pt x="1045244" y="718261"/>
                  </a:lnTo>
                  <a:lnTo>
                    <a:pt x="970016" y="719558"/>
                  </a:lnTo>
                  <a:lnTo>
                    <a:pt x="892967" y="719999"/>
                  </a:lnTo>
                  <a:lnTo>
                    <a:pt x="815918" y="719558"/>
                  </a:lnTo>
                  <a:lnTo>
                    <a:pt x="740690" y="718261"/>
                  </a:lnTo>
                  <a:lnTo>
                    <a:pt x="667549" y="716143"/>
                  </a:lnTo>
                  <a:lnTo>
                    <a:pt x="596765" y="713239"/>
                  </a:lnTo>
                  <a:lnTo>
                    <a:pt x="528604" y="709587"/>
                  </a:lnTo>
                  <a:lnTo>
                    <a:pt x="463336" y="705223"/>
                  </a:lnTo>
                  <a:lnTo>
                    <a:pt x="401228" y="700181"/>
                  </a:lnTo>
                  <a:lnTo>
                    <a:pt x="342549" y="694498"/>
                  </a:lnTo>
                  <a:lnTo>
                    <a:pt x="287565" y="688211"/>
                  </a:lnTo>
                  <a:lnTo>
                    <a:pt x="236546" y="681355"/>
                  </a:lnTo>
                  <a:lnTo>
                    <a:pt x="189760" y="673966"/>
                  </a:lnTo>
                  <a:lnTo>
                    <a:pt x="147474" y="666080"/>
                  </a:lnTo>
                  <a:lnTo>
                    <a:pt x="109956" y="657734"/>
                  </a:lnTo>
                  <a:lnTo>
                    <a:pt x="50299" y="639804"/>
                  </a:lnTo>
                  <a:lnTo>
                    <a:pt x="12932" y="620462"/>
                  </a:lnTo>
                  <a:lnTo>
                    <a:pt x="0" y="599999"/>
                  </a:lnTo>
                  <a:lnTo>
                    <a:pt x="0" y="119999"/>
                  </a:lnTo>
                  <a:close/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02" name="object 16"/>
          <p:cNvSpPr/>
          <p:nvPr/>
        </p:nvSpPr>
        <p:spPr>
          <a:xfrm>
            <a:off x="4222440" y="4453560"/>
            <a:ext cx="1479960" cy="13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8840" bIns="0" anchor="t">
            <a:spAutoFit/>
          </a:bodyPr>
          <a:p>
            <a:pPr algn="ctr">
              <a:lnSpc>
                <a:spcPct val="100000"/>
              </a:lnSpc>
              <a:spcBef>
                <a:spcPts val="1329"/>
              </a:spcBef>
            </a:pPr>
            <a:r>
              <a:rPr b="0" lang="en-US" sz="1800" spc="-7" strike="noStrike">
                <a:solidFill>
                  <a:srgbClr val="ffffff"/>
                </a:solidFill>
                <a:latin typeface="Calibri"/>
                <a:ea typeface="MS PGothic"/>
              </a:rPr>
              <a:t>Artefatos</a:t>
            </a:r>
            <a:endParaRPr b="0" lang="pt-BR" sz="1800" spc="-1" strike="noStrike">
              <a:latin typeface="Arial"/>
            </a:endParaRPr>
          </a:p>
          <a:p>
            <a:pPr marL="12240" algn="ctr">
              <a:lnSpc>
                <a:spcPts val="2801"/>
              </a:lnSpc>
              <a:spcBef>
                <a:spcPts val="1800"/>
              </a:spcBef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Controle</a:t>
            </a:r>
            <a:r>
              <a:rPr b="0" lang="en-US" sz="2000" spc="-75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de 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Versões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303" name="object 17"/>
          <p:cNvSpPr/>
          <p:nvPr/>
        </p:nvSpPr>
        <p:spPr>
          <a:xfrm>
            <a:off x="4140000" y="1196640"/>
            <a:ext cx="1569600" cy="17870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04" name="object 18"/>
          <p:cNvGrpSpPr/>
          <p:nvPr/>
        </p:nvGrpSpPr>
        <p:grpSpPr>
          <a:xfrm>
            <a:off x="7764840" y="4120560"/>
            <a:ext cx="1234080" cy="1105200"/>
            <a:chOff x="7764840" y="4120560"/>
            <a:chExt cx="1234080" cy="1105200"/>
          </a:xfrm>
        </p:grpSpPr>
        <p:sp>
          <p:nvSpPr>
            <p:cNvPr id="305" name="object 19"/>
            <p:cNvSpPr/>
            <p:nvPr/>
          </p:nvSpPr>
          <p:spPr>
            <a:xfrm>
              <a:off x="8309160" y="4120560"/>
              <a:ext cx="689760" cy="672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6" name="object 20"/>
            <p:cNvSpPr/>
            <p:nvPr/>
          </p:nvSpPr>
          <p:spPr>
            <a:xfrm>
              <a:off x="7764840" y="4266000"/>
              <a:ext cx="772560" cy="752040"/>
            </a:xfrm>
            <a:prstGeom prst="rect">
              <a:avLst/>
            </a:pr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7" name="object 21"/>
            <p:cNvSpPr/>
            <p:nvPr/>
          </p:nvSpPr>
          <p:spPr>
            <a:xfrm>
              <a:off x="8109720" y="4419720"/>
              <a:ext cx="822600" cy="806040"/>
            </a:xfrm>
            <a:prstGeom prst="rect">
              <a:avLst/>
            </a:pr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08" name="object 22"/>
          <p:cNvSpPr/>
          <p:nvPr/>
        </p:nvSpPr>
        <p:spPr>
          <a:xfrm>
            <a:off x="7603920" y="5101200"/>
            <a:ext cx="143208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3120" bIns="0" anchor="t">
            <a:spAutoFit/>
          </a:bodyPr>
          <a:p>
            <a:pPr marL="127800" indent="-115560">
              <a:lnSpc>
                <a:spcPts val="2801"/>
              </a:lnSpc>
              <a:spcBef>
                <a:spcPts val="26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C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nst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ução  e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Release</a:t>
            </a:r>
            <a:endParaRPr b="0" lang="pt-BR" sz="2000" spc="-1" strike="noStrike">
              <a:latin typeface="Arial"/>
            </a:endParaRPr>
          </a:p>
        </p:txBody>
      </p:sp>
      <p:grpSp>
        <p:nvGrpSpPr>
          <p:cNvPr id="309" name="object 23"/>
          <p:cNvGrpSpPr/>
          <p:nvPr/>
        </p:nvGrpSpPr>
        <p:grpSpPr>
          <a:xfrm>
            <a:off x="352080" y="1410840"/>
            <a:ext cx="1785960" cy="719640"/>
            <a:chOff x="352080" y="1410840"/>
            <a:chExt cx="1785960" cy="719640"/>
          </a:xfrm>
        </p:grpSpPr>
        <p:sp>
          <p:nvSpPr>
            <p:cNvPr id="310" name="object 24"/>
            <p:cNvSpPr/>
            <p:nvPr/>
          </p:nvSpPr>
          <p:spPr>
            <a:xfrm>
              <a:off x="352080" y="1410840"/>
              <a:ext cx="1785960" cy="719640"/>
            </a:xfrm>
            <a:custGeom>
              <a:avLst/>
              <a:gdLst/>
              <a:ahLst/>
              <a:rect l="l" t="t" r="r" b="b"/>
              <a:pathLst>
                <a:path w="1786255" h="720089">
                  <a:moveTo>
                    <a:pt x="892967" y="0"/>
                  </a:moveTo>
                  <a:lnTo>
                    <a:pt x="815918" y="440"/>
                  </a:lnTo>
                  <a:lnTo>
                    <a:pt x="740690" y="1738"/>
                  </a:lnTo>
                  <a:lnTo>
                    <a:pt x="667549" y="3856"/>
                  </a:lnTo>
                  <a:lnTo>
                    <a:pt x="596764" y="6760"/>
                  </a:lnTo>
                  <a:lnTo>
                    <a:pt x="528604" y="10412"/>
                  </a:lnTo>
                  <a:lnTo>
                    <a:pt x="463336" y="14778"/>
                  </a:lnTo>
                  <a:lnTo>
                    <a:pt x="401228" y="19820"/>
                  </a:lnTo>
                  <a:lnTo>
                    <a:pt x="342549" y="25503"/>
                  </a:lnTo>
                  <a:lnTo>
                    <a:pt x="287565" y="31791"/>
                  </a:lnTo>
                  <a:lnTo>
                    <a:pt x="236546" y="38647"/>
                  </a:lnTo>
                  <a:lnTo>
                    <a:pt x="189760" y="46036"/>
                  </a:lnTo>
                  <a:lnTo>
                    <a:pt x="147474" y="53922"/>
                  </a:lnTo>
                  <a:lnTo>
                    <a:pt x="109956" y="62268"/>
                  </a:lnTo>
                  <a:lnTo>
                    <a:pt x="50299" y="80199"/>
                  </a:lnTo>
                  <a:lnTo>
                    <a:pt x="12932" y="99540"/>
                  </a:lnTo>
                  <a:lnTo>
                    <a:pt x="0" y="120002"/>
                  </a:lnTo>
                  <a:lnTo>
                    <a:pt x="0" y="599998"/>
                  </a:lnTo>
                  <a:lnTo>
                    <a:pt x="28695" y="630293"/>
                  </a:lnTo>
                  <a:lnTo>
                    <a:pt x="77475" y="648966"/>
                  </a:lnTo>
                  <a:lnTo>
                    <a:pt x="147474" y="666084"/>
                  </a:lnTo>
                  <a:lnTo>
                    <a:pt x="189760" y="673969"/>
                  </a:lnTo>
                  <a:lnTo>
                    <a:pt x="236546" y="681358"/>
                  </a:lnTo>
                  <a:lnTo>
                    <a:pt x="287565" y="688214"/>
                  </a:lnTo>
                  <a:lnTo>
                    <a:pt x="342549" y="694501"/>
                  </a:lnTo>
                  <a:lnTo>
                    <a:pt x="401228" y="700184"/>
                  </a:lnTo>
                  <a:lnTo>
                    <a:pt x="463336" y="705225"/>
                  </a:lnTo>
                  <a:lnTo>
                    <a:pt x="528604" y="709590"/>
                  </a:lnTo>
                  <a:lnTo>
                    <a:pt x="596764" y="713242"/>
                  </a:lnTo>
                  <a:lnTo>
                    <a:pt x="667549" y="716145"/>
                  </a:lnTo>
                  <a:lnTo>
                    <a:pt x="740690" y="718263"/>
                  </a:lnTo>
                  <a:lnTo>
                    <a:pt x="815918" y="719560"/>
                  </a:lnTo>
                  <a:lnTo>
                    <a:pt x="892967" y="720001"/>
                  </a:lnTo>
                  <a:lnTo>
                    <a:pt x="970016" y="719560"/>
                  </a:lnTo>
                  <a:lnTo>
                    <a:pt x="1045246" y="718263"/>
                  </a:lnTo>
                  <a:lnTo>
                    <a:pt x="1118387" y="716145"/>
                  </a:lnTo>
                  <a:lnTo>
                    <a:pt x="1189172" y="713242"/>
                  </a:lnTo>
                  <a:lnTo>
                    <a:pt x="1257333" y="709590"/>
                  </a:lnTo>
                  <a:lnTo>
                    <a:pt x="1322602" y="705225"/>
                  </a:lnTo>
                  <a:lnTo>
                    <a:pt x="1384710" y="700184"/>
                  </a:lnTo>
                  <a:lnTo>
                    <a:pt x="1443390" y="694501"/>
                  </a:lnTo>
                  <a:lnTo>
                    <a:pt x="1498374" y="688214"/>
                  </a:lnTo>
                  <a:lnTo>
                    <a:pt x="1549393" y="681358"/>
                  </a:lnTo>
                  <a:lnTo>
                    <a:pt x="1596180" y="673969"/>
                  </a:lnTo>
                  <a:lnTo>
                    <a:pt x="1638466" y="666084"/>
                  </a:lnTo>
                  <a:lnTo>
                    <a:pt x="1675984" y="657737"/>
                  </a:lnTo>
                  <a:lnTo>
                    <a:pt x="1735641" y="639806"/>
                  </a:lnTo>
                  <a:lnTo>
                    <a:pt x="1773009" y="620464"/>
                  </a:lnTo>
                  <a:lnTo>
                    <a:pt x="1785941" y="599998"/>
                  </a:lnTo>
                  <a:lnTo>
                    <a:pt x="1785941" y="120002"/>
                  </a:lnTo>
                  <a:lnTo>
                    <a:pt x="1757245" y="89711"/>
                  </a:lnTo>
                  <a:lnTo>
                    <a:pt x="1708465" y="71040"/>
                  </a:lnTo>
                  <a:lnTo>
                    <a:pt x="1638466" y="53922"/>
                  </a:lnTo>
                  <a:lnTo>
                    <a:pt x="1596180" y="46036"/>
                  </a:lnTo>
                  <a:lnTo>
                    <a:pt x="1549393" y="38647"/>
                  </a:lnTo>
                  <a:lnTo>
                    <a:pt x="1498374" y="31791"/>
                  </a:lnTo>
                  <a:lnTo>
                    <a:pt x="1443390" y="25503"/>
                  </a:lnTo>
                  <a:lnTo>
                    <a:pt x="1384710" y="19820"/>
                  </a:lnTo>
                  <a:lnTo>
                    <a:pt x="1322602" y="14778"/>
                  </a:lnTo>
                  <a:lnTo>
                    <a:pt x="1257333" y="10412"/>
                  </a:lnTo>
                  <a:lnTo>
                    <a:pt x="1189172" y="6760"/>
                  </a:lnTo>
                  <a:lnTo>
                    <a:pt x="1118387" y="3856"/>
                  </a:lnTo>
                  <a:lnTo>
                    <a:pt x="1045246" y="1738"/>
                  </a:lnTo>
                  <a:lnTo>
                    <a:pt x="970016" y="440"/>
                  </a:lnTo>
                  <a:lnTo>
                    <a:pt x="892967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1" name="object 25"/>
            <p:cNvSpPr/>
            <p:nvPr/>
          </p:nvSpPr>
          <p:spPr>
            <a:xfrm>
              <a:off x="352080" y="1410840"/>
              <a:ext cx="1785960" cy="719640"/>
            </a:xfrm>
            <a:custGeom>
              <a:avLst/>
              <a:gdLst/>
              <a:ahLst/>
              <a:rect l="l" t="t" r="r" b="b"/>
              <a:pathLst>
                <a:path w="1786255" h="720089">
                  <a:moveTo>
                    <a:pt x="1785938" y="119999"/>
                  </a:moveTo>
                  <a:lnTo>
                    <a:pt x="1757243" y="150292"/>
                  </a:lnTo>
                  <a:lnTo>
                    <a:pt x="1708462" y="168964"/>
                  </a:lnTo>
                  <a:lnTo>
                    <a:pt x="1638463" y="186081"/>
                  </a:lnTo>
                  <a:lnTo>
                    <a:pt x="1596176" y="193967"/>
                  </a:lnTo>
                  <a:lnTo>
                    <a:pt x="1549389" y="201355"/>
                  </a:lnTo>
                  <a:lnTo>
                    <a:pt x="1498370" y="208211"/>
                  </a:lnTo>
                  <a:lnTo>
                    <a:pt x="1443386" y="214499"/>
                  </a:lnTo>
                  <a:lnTo>
                    <a:pt x="1384706" y="220181"/>
                  </a:lnTo>
                  <a:lnTo>
                    <a:pt x="1322598" y="225223"/>
                  </a:lnTo>
                  <a:lnTo>
                    <a:pt x="1257330" y="229588"/>
                  </a:lnTo>
                  <a:lnTo>
                    <a:pt x="1189169" y="233240"/>
                  </a:lnTo>
                  <a:lnTo>
                    <a:pt x="1118385" y="236143"/>
                  </a:lnTo>
                  <a:lnTo>
                    <a:pt x="1045244" y="238261"/>
                  </a:lnTo>
                  <a:lnTo>
                    <a:pt x="970015" y="239559"/>
                  </a:lnTo>
                  <a:lnTo>
                    <a:pt x="892967" y="239999"/>
                  </a:lnTo>
                  <a:lnTo>
                    <a:pt x="815918" y="239559"/>
                  </a:lnTo>
                  <a:lnTo>
                    <a:pt x="740690" y="238261"/>
                  </a:lnTo>
                  <a:lnTo>
                    <a:pt x="667549" y="236143"/>
                  </a:lnTo>
                  <a:lnTo>
                    <a:pt x="596765" y="233240"/>
                  </a:lnTo>
                  <a:lnTo>
                    <a:pt x="528605" y="229588"/>
                  </a:lnTo>
                  <a:lnTo>
                    <a:pt x="463336" y="225223"/>
                  </a:lnTo>
                  <a:lnTo>
                    <a:pt x="401229" y="220181"/>
                  </a:lnTo>
                  <a:lnTo>
                    <a:pt x="342549" y="214499"/>
                  </a:lnTo>
                  <a:lnTo>
                    <a:pt x="287566" y="208211"/>
                  </a:lnTo>
                  <a:lnTo>
                    <a:pt x="236547" y="201355"/>
                  </a:lnTo>
                  <a:lnTo>
                    <a:pt x="189760" y="193967"/>
                  </a:lnTo>
                  <a:lnTo>
                    <a:pt x="147474" y="186081"/>
                  </a:lnTo>
                  <a:lnTo>
                    <a:pt x="109956" y="177735"/>
                  </a:lnTo>
                  <a:lnTo>
                    <a:pt x="50299" y="159804"/>
                  </a:lnTo>
                  <a:lnTo>
                    <a:pt x="12932" y="140463"/>
                  </a:lnTo>
                  <a:lnTo>
                    <a:pt x="3277" y="130353"/>
                  </a:lnTo>
                  <a:lnTo>
                    <a:pt x="0" y="119999"/>
                  </a:lnTo>
                  <a:moveTo>
                    <a:pt x="0" y="119999"/>
                  </a:moveTo>
                  <a:lnTo>
                    <a:pt x="28695" y="89707"/>
                  </a:lnTo>
                  <a:lnTo>
                    <a:pt x="77475" y="71035"/>
                  </a:lnTo>
                  <a:lnTo>
                    <a:pt x="147474" y="53918"/>
                  </a:lnTo>
                  <a:lnTo>
                    <a:pt x="189760" y="46032"/>
                  </a:lnTo>
                  <a:lnTo>
                    <a:pt x="236547" y="38644"/>
                  </a:lnTo>
                  <a:lnTo>
                    <a:pt x="287566" y="31787"/>
                  </a:lnTo>
                  <a:lnTo>
                    <a:pt x="342549" y="25500"/>
                  </a:lnTo>
                  <a:lnTo>
                    <a:pt x="401229" y="19818"/>
                  </a:lnTo>
                  <a:lnTo>
                    <a:pt x="463336" y="14776"/>
                  </a:lnTo>
                  <a:lnTo>
                    <a:pt x="528605" y="10411"/>
                  </a:lnTo>
                  <a:lnTo>
                    <a:pt x="596765" y="6759"/>
                  </a:lnTo>
                  <a:lnTo>
                    <a:pt x="667549" y="3856"/>
                  </a:lnTo>
                  <a:lnTo>
                    <a:pt x="740690" y="1737"/>
                  </a:lnTo>
                  <a:lnTo>
                    <a:pt x="815918" y="440"/>
                  </a:lnTo>
                  <a:lnTo>
                    <a:pt x="892967" y="0"/>
                  </a:lnTo>
                  <a:lnTo>
                    <a:pt x="970015" y="440"/>
                  </a:lnTo>
                  <a:lnTo>
                    <a:pt x="1045244" y="1737"/>
                  </a:lnTo>
                  <a:lnTo>
                    <a:pt x="1118385" y="3856"/>
                  </a:lnTo>
                  <a:lnTo>
                    <a:pt x="1189169" y="6759"/>
                  </a:lnTo>
                  <a:lnTo>
                    <a:pt x="1257330" y="10411"/>
                  </a:lnTo>
                  <a:lnTo>
                    <a:pt x="1322598" y="14776"/>
                  </a:lnTo>
                  <a:lnTo>
                    <a:pt x="1384706" y="19818"/>
                  </a:lnTo>
                  <a:lnTo>
                    <a:pt x="1443386" y="25500"/>
                  </a:lnTo>
                  <a:lnTo>
                    <a:pt x="1498370" y="31787"/>
                  </a:lnTo>
                  <a:lnTo>
                    <a:pt x="1549389" y="38644"/>
                  </a:lnTo>
                  <a:lnTo>
                    <a:pt x="1596176" y="46032"/>
                  </a:lnTo>
                  <a:lnTo>
                    <a:pt x="1638463" y="53918"/>
                  </a:lnTo>
                  <a:lnTo>
                    <a:pt x="1675980" y="62264"/>
                  </a:lnTo>
                  <a:lnTo>
                    <a:pt x="1735638" y="80195"/>
                  </a:lnTo>
                  <a:lnTo>
                    <a:pt x="1773006" y="99536"/>
                  </a:lnTo>
                  <a:lnTo>
                    <a:pt x="1785938" y="119999"/>
                  </a:lnTo>
                  <a:lnTo>
                    <a:pt x="1785938" y="599999"/>
                  </a:lnTo>
                  <a:lnTo>
                    <a:pt x="1757243" y="630291"/>
                  </a:lnTo>
                  <a:lnTo>
                    <a:pt x="1708462" y="648963"/>
                  </a:lnTo>
                  <a:lnTo>
                    <a:pt x="1638463" y="666080"/>
                  </a:lnTo>
                  <a:lnTo>
                    <a:pt x="1596176" y="673966"/>
                  </a:lnTo>
                  <a:lnTo>
                    <a:pt x="1549389" y="681355"/>
                  </a:lnTo>
                  <a:lnTo>
                    <a:pt x="1498370" y="688211"/>
                  </a:lnTo>
                  <a:lnTo>
                    <a:pt x="1443386" y="694498"/>
                  </a:lnTo>
                  <a:lnTo>
                    <a:pt x="1384706" y="700181"/>
                  </a:lnTo>
                  <a:lnTo>
                    <a:pt x="1322598" y="705222"/>
                  </a:lnTo>
                  <a:lnTo>
                    <a:pt x="1257330" y="709587"/>
                  </a:lnTo>
                  <a:lnTo>
                    <a:pt x="1189169" y="713239"/>
                  </a:lnTo>
                  <a:lnTo>
                    <a:pt x="1118385" y="716143"/>
                  </a:lnTo>
                  <a:lnTo>
                    <a:pt x="1045244" y="718261"/>
                  </a:lnTo>
                  <a:lnTo>
                    <a:pt x="970015" y="719558"/>
                  </a:lnTo>
                  <a:lnTo>
                    <a:pt x="892967" y="719999"/>
                  </a:lnTo>
                  <a:lnTo>
                    <a:pt x="815918" y="719558"/>
                  </a:lnTo>
                  <a:lnTo>
                    <a:pt x="740690" y="718261"/>
                  </a:lnTo>
                  <a:lnTo>
                    <a:pt x="667549" y="716143"/>
                  </a:lnTo>
                  <a:lnTo>
                    <a:pt x="596765" y="713239"/>
                  </a:lnTo>
                  <a:lnTo>
                    <a:pt x="528605" y="709587"/>
                  </a:lnTo>
                  <a:lnTo>
                    <a:pt x="463336" y="705222"/>
                  </a:lnTo>
                  <a:lnTo>
                    <a:pt x="401229" y="700181"/>
                  </a:lnTo>
                  <a:lnTo>
                    <a:pt x="342549" y="694498"/>
                  </a:lnTo>
                  <a:lnTo>
                    <a:pt x="287566" y="688211"/>
                  </a:lnTo>
                  <a:lnTo>
                    <a:pt x="236547" y="681355"/>
                  </a:lnTo>
                  <a:lnTo>
                    <a:pt x="189760" y="673966"/>
                  </a:lnTo>
                  <a:lnTo>
                    <a:pt x="147474" y="666080"/>
                  </a:lnTo>
                  <a:lnTo>
                    <a:pt x="109956" y="657734"/>
                  </a:lnTo>
                  <a:lnTo>
                    <a:pt x="50299" y="639803"/>
                  </a:lnTo>
                  <a:lnTo>
                    <a:pt x="12932" y="620462"/>
                  </a:lnTo>
                  <a:lnTo>
                    <a:pt x="0" y="599999"/>
                  </a:lnTo>
                  <a:lnTo>
                    <a:pt x="0" y="119999"/>
                  </a:lnTo>
                  <a:close/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12" name="object 26"/>
          <p:cNvSpPr/>
          <p:nvPr/>
        </p:nvSpPr>
        <p:spPr>
          <a:xfrm>
            <a:off x="375120" y="1524600"/>
            <a:ext cx="1673640" cy="13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8840" bIns="0" anchor="t">
            <a:spAutoFit/>
          </a:bodyPr>
          <a:p>
            <a:pPr marL="329040">
              <a:lnSpc>
                <a:spcPct val="100000"/>
              </a:lnSpc>
              <a:spcBef>
                <a:spcPts val="1329"/>
              </a:spcBef>
            </a:pPr>
            <a:r>
              <a:rPr b="0" lang="en-US" sz="1800" spc="-7" strike="noStrike">
                <a:solidFill>
                  <a:srgbClr val="ffffff"/>
                </a:solidFill>
                <a:latin typeface="Calibri"/>
                <a:ea typeface="MS PGothic"/>
              </a:rPr>
              <a:t>Solicitações</a:t>
            </a:r>
            <a:endParaRPr b="0" lang="pt-BR" sz="1800" spc="-1" strike="noStrike">
              <a:latin typeface="Arial"/>
            </a:endParaRPr>
          </a:p>
          <a:p>
            <a:pPr marL="12600" indent="96480">
              <a:lnSpc>
                <a:spcPts val="2801"/>
              </a:lnSpc>
              <a:spcBef>
                <a:spcPts val="1800"/>
              </a:spcBef>
              <a:tabLst>
                <a:tab algn="l" pos="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Controle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de  Modiﬁca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çõ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es</a:t>
            </a:r>
            <a:endParaRPr b="0" lang="pt-BR" sz="2000" spc="-1" strike="noStrike">
              <a:latin typeface="Arial"/>
            </a:endParaRPr>
          </a:p>
        </p:txBody>
      </p:sp>
      <p:grpSp>
        <p:nvGrpSpPr>
          <p:cNvPr id="313" name="object 27"/>
          <p:cNvGrpSpPr/>
          <p:nvPr/>
        </p:nvGrpSpPr>
        <p:grpSpPr>
          <a:xfrm>
            <a:off x="2614320" y="1732320"/>
            <a:ext cx="978120" cy="484920"/>
            <a:chOff x="2614320" y="1732320"/>
            <a:chExt cx="978120" cy="484920"/>
          </a:xfrm>
        </p:grpSpPr>
        <p:sp>
          <p:nvSpPr>
            <p:cNvPr id="314" name="object 28"/>
            <p:cNvSpPr/>
            <p:nvPr/>
          </p:nvSpPr>
          <p:spPr>
            <a:xfrm>
              <a:off x="2614320" y="1732320"/>
              <a:ext cx="978120" cy="484920"/>
            </a:xfrm>
            <a:custGeom>
              <a:avLst/>
              <a:gdLst/>
              <a:ahLst/>
              <a:rect l="l" t="t" r="r" b="b"/>
              <a:pathLst>
                <a:path w="978535" h="485139">
                  <a:moveTo>
                    <a:pt x="242315" y="0"/>
                  </a:moveTo>
                  <a:lnTo>
                    <a:pt x="0" y="242315"/>
                  </a:lnTo>
                  <a:lnTo>
                    <a:pt x="242315" y="484631"/>
                  </a:lnTo>
                  <a:lnTo>
                    <a:pt x="242315" y="363474"/>
                  </a:lnTo>
                  <a:lnTo>
                    <a:pt x="978407" y="363474"/>
                  </a:lnTo>
                  <a:lnTo>
                    <a:pt x="978407" y="121157"/>
                  </a:lnTo>
                  <a:lnTo>
                    <a:pt x="242315" y="121157"/>
                  </a:lnTo>
                  <a:lnTo>
                    <a:pt x="242315" y="0"/>
                  </a:lnTo>
                  <a:close/>
                </a:path>
              </a:pathLst>
            </a:custGeom>
            <a:solidFill>
              <a:srgbClr val="cd665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5" name="object 29"/>
            <p:cNvSpPr/>
            <p:nvPr/>
          </p:nvSpPr>
          <p:spPr>
            <a:xfrm>
              <a:off x="2614320" y="1732320"/>
              <a:ext cx="978120" cy="484920"/>
            </a:xfrm>
            <a:custGeom>
              <a:avLst/>
              <a:gdLst/>
              <a:ahLst/>
              <a:rect l="l" t="t" r="r" b="b"/>
              <a:pathLst>
                <a:path w="978535" h="485139">
                  <a:moveTo>
                    <a:pt x="0" y="242315"/>
                  </a:moveTo>
                  <a:lnTo>
                    <a:pt x="242315" y="0"/>
                  </a:lnTo>
                  <a:lnTo>
                    <a:pt x="242315" y="121157"/>
                  </a:lnTo>
                  <a:lnTo>
                    <a:pt x="978407" y="121157"/>
                  </a:lnTo>
                  <a:lnTo>
                    <a:pt x="978407" y="363473"/>
                  </a:lnTo>
                  <a:lnTo>
                    <a:pt x="242315" y="363473"/>
                  </a:lnTo>
                  <a:lnTo>
                    <a:pt x="242315" y="484631"/>
                  </a:lnTo>
                  <a:lnTo>
                    <a:pt x="0" y="242315"/>
                  </a:lnTo>
                  <a:close/>
                </a:path>
              </a:pathLst>
            </a:custGeom>
            <a:noFill/>
            <a:ln w="25399">
              <a:solidFill>
                <a:srgbClr val="9f4b4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16" name="object 30"/>
          <p:cNvGrpSpPr/>
          <p:nvPr/>
        </p:nvGrpSpPr>
        <p:grpSpPr>
          <a:xfrm>
            <a:off x="923760" y="3053880"/>
            <a:ext cx="484920" cy="978120"/>
            <a:chOff x="923760" y="3053880"/>
            <a:chExt cx="484920" cy="978120"/>
          </a:xfrm>
        </p:grpSpPr>
        <p:sp>
          <p:nvSpPr>
            <p:cNvPr id="317" name="object 31"/>
            <p:cNvSpPr/>
            <p:nvPr/>
          </p:nvSpPr>
          <p:spPr>
            <a:xfrm>
              <a:off x="923760" y="3053880"/>
              <a:ext cx="484920" cy="978120"/>
            </a:xfrm>
            <a:custGeom>
              <a:avLst/>
              <a:gdLst/>
              <a:ahLst/>
              <a:rect l="l" t="t" r="r" b="b"/>
              <a:pathLst>
                <a:path w="485140" h="978535">
                  <a:moveTo>
                    <a:pt x="363474" y="0"/>
                  </a:moveTo>
                  <a:lnTo>
                    <a:pt x="121157" y="0"/>
                  </a:lnTo>
                  <a:lnTo>
                    <a:pt x="121157" y="736092"/>
                  </a:lnTo>
                  <a:lnTo>
                    <a:pt x="0" y="736092"/>
                  </a:lnTo>
                  <a:lnTo>
                    <a:pt x="242315" y="978407"/>
                  </a:lnTo>
                  <a:lnTo>
                    <a:pt x="484633" y="736092"/>
                  </a:lnTo>
                  <a:lnTo>
                    <a:pt x="363474" y="736092"/>
                  </a:lnTo>
                  <a:lnTo>
                    <a:pt x="363474" y="0"/>
                  </a:lnTo>
                  <a:close/>
                </a:path>
              </a:pathLst>
            </a:custGeom>
            <a:solidFill>
              <a:srgbClr val="cd665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8" name="object 32"/>
            <p:cNvSpPr/>
            <p:nvPr/>
          </p:nvSpPr>
          <p:spPr>
            <a:xfrm>
              <a:off x="923760" y="3053880"/>
              <a:ext cx="484920" cy="978120"/>
            </a:xfrm>
            <a:custGeom>
              <a:avLst/>
              <a:gdLst/>
              <a:ahLst/>
              <a:rect l="l" t="t" r="r" b="b"/>
              <a:pathLst>
                <a:path w="485140" h="978535">
                  <a:moveTo>
                    <a:pt x="0" y="736091"/>
                  </a:moveTo>
                  <a:lnTo>
                    <a:pt x="121157" y="736091"/>
                  </a:lnTo>
                  <a:lnTo>
                    <a:pt x="121157" y="0"/>
                  </a:lnTo>
                  <a:lnTo>
                    <a:pt x="363473" y="0"/>
                  </a:lnTo>
                  <a:lnTo>
                    <a:pt x="363473" y="736091"/>
                  </a:lnTo>
                  <a:lnTo>
                    <a:pt x="484631" y="736091"/>
                  </a:lnTo>
                  <a:lnTo>
                    <a:pt x="242315" y="978407"/>
                  </a:lnTo>
                  <a:lnTo>
                    <a:pt x="0" y="736091"/>
                  </a:lnTo>
                  <a:close/>
                </a:path>
              </a:pathLst>
            </a:custGeom>
            <a:noFill/>
            <a:ln w="25399">
              <a:solidFill>
                <a:srgbClr val="9f4b4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19" name="object 33"/>
          <p:cNvGrpSpPr/>
          <p:nvPr/>
        </p:nvGrpSpPr>
        <p:grpSpPr>
          <a:xfrm>
            <a:off x="2495160" y="4768560"/>
            <a:ext cx="1216440" cy="484920"/>
            <a:chOff x="2495160" y="4768560"/>
            <a:chExt cx="1216440" cy="484920"/>
          </a:xfrm>
        </p:grpSpPr>
        <p:sp>
          <p:nvSpPr>
            <p:cNvPr id="320" name="object 34"/>
            <p:cNvSpPr/>
            <p:nvPr/>
          </p:nvSpPr>
          <p:spPr>
            <a:xfrm>
              <a:off x="2495160" y="4768560"/>
              <a:ext cx="1216440" cy="484920"/>
            </a:xfrm>
            <a:custGeom>
              <a:avLst/>
              <a:gdLst/>
              <a:ahLst/>
              <a:rect l="l" t="t" r="r" b="b"/>
              <a:pathLst>
                <a:path w="1216660" h="485139">
                  <a:moveTo>
                    <a:pt x="973835" y="0"/>
                  </a:moveTo>
                  <a:lnTo>
                    <a:pt x="973835" y="121158"/>
                  </a:lnTo>
                  <a:lnTo>
                    <a:pt x="242316" y="121158"/>
                  </a:lnTo>
                  <a:lnTo>
                    <a:pt x="242316" y="0"/>
                  </a:lnTo>
                  <a:lnTo>
                    <a:pt x="0" y="242316"/>
                  </a:lnTo>
                  <a:lnTo>
                    <a:pt x="242316" y="484632"/>
                  </a:lnTo>
                  <a:lnTo>
                    <a:pt x="242316" y="363474"/>
                  </a:lnTo>
                  <a:lnTo>
                    <a:pt x="973835" y="363474"/>
                  </a:lnTo>
                  <a:lnTo>
                    <a:pt x="973835" y="484632"/>
                  </a:lnTo>
                  <a:lnTo>
                    <a:pt x="1216152" y="242316"/>
                  </a:lnTo>
                  <a:lnTo>
                    <a:pt x="973835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1" name="object 35"/>
            <p:cNvSpPr/>
            <p:nvPr/>
          </p:nvSpPr>
          <p:spPr>
            <a:xfrm>
              <a:off x="2495160" y="4768560"/>
              <a:ext cx="1216440" cy="484920"/>
            </a:xfrm>
            <a:custGeom>
              <a:avLst/>
              <a:gdLst/>
              <a:ahLst/>
              <a:rect l="l" t="t" r="r" b="b"/>
              <a:pathLst>
                <a:path w="1216660" h="485139">
                  <a:moveTo>
                    <a:pt x="0" y="242315"/>
                  </a:moveTo>
                  <a:lnTo>
                    <a:pt x="242315" y="0"/>
                  </a:lnTo>
                  <a:lnTo>
                    <a:pt x="242315" y="121157"/>
                  </a:lnTo>
                  <a:lnTo>
                    <a:pt x="973835" y="121157"/>
                  </a:lnTo>
                  <a:lnTo>
                    <a:pt x="973835" y="0"/>
                  </a:lnTo>
                  <a:lnTo>
                    <a:pt x="1216149" y="242315"/>
                  </a:lnTo>
                  <a:lnTo>
                    <a:pt x="973835" y="484631"/>
                  </a:lnTo>
                  <a:lnTo>
                    <a:pt x="973835" y="363473"/>
                  </a:lnTo>
                  <a:lnTo>
                    <a:pt x="242315" y="363473"/>
                  </a:lnTo>
                  <a:lnTo>
                    <a:pt x="242315" y="484631"/>
                  </a:lnTo>
                  <a:lnTo>
                    <a:pt x="0" y="242315"/>
                  </a:lnTo>
                  <a:close/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22" name="object 36"/>
          <p:cNvSpPr/>
          <p:nvPr/>
        </p:nvSpPr>
        <p:spPr>
          <a:xfrm>
            <a:off x="7829280" y="1415880"/>
            <a:ext cx="1058040" cy="10900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23" name="object 37"/>
          <p:cNvGrpSpPr/>
          <p:nvPr/>
        </p:nvGrpSpPr>
        <p:grpSpPr>
          <a:xfrm>
            <a:off x="6136920" y="1732320"/>
            <a:ext cx="1216440" cy="484920"/>
            <a:chOff x="6136920" y="1732320"/>
            <a:chExt cx="1216440" cy="484920"/>
          </a:xfrm>
        </p:grpSpPr>
        <p:sp>
          <p:nvSpPr>
            <p:cNvPr id="324" name="object 38"/>
            <p:cNvSpPr/>
            <p:nvPr/>
          </p:nvSpPr>
          <p:spPr>
            <a:xfrm>
              <a:off x="6136920" y="1732320"/>
              <a:ext cx="1216440" cy="484920"/>
            </a:xfrm>
            <a:custGeom>
              <a:avLst/>
              <a:gdLst/>
              <a:ahLst/>
              <a:rect l="l" t="t" r="r" b="b"/>
              <a:pathLst>
                <a:path w="1216659" h="485139">
                  <a:moveTo>
                    <a:pt x="973836" y="0"/>
                  </a:moveTo>
                  <a:lnTo>
                    <a:pt x="973836" y="121157"/>
                  </a:lnTo>
                  <a:lnTo>
                    <a:pt x="242316" y="121157"/>
                  </a:lnTo>
                  <a:lnTo>
                    <a:pt x="242316" y="0"/>
                  </a:lnTo>
                  <a:lnTo>
                    <a:pt x="0" y="242315"/>
                  </a:lnTo>
                  <a:lnTo>
                    <a:pt x="242316" y="484631"/>
                  </a:lnTo>
                  <a:lnTo>
                    <a:pt x="242316" y="363474"/>
                  </a:lnTo>
                  <a:lnTo>
                    <a:pt x="973836" y="363474"/>
                  </a:lnTo>
                  <a:lnTo>
                    <a:pt x="973836" y="484631"/>
                  </a:lnTo>
                  <a:lnTo>
                    <a:pt x="1216152" y="242315"/>
                  </a:lnTo>
                  <a:lnTo>
                    <a:pt x="973836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5" name="object 39"/>
            <p:cNvSpPr/>
            <p:nvPr/>
          </p:nvSpPr>
          <p:spPr>
            <a:xfrm>
              <a:off x="6136920" y="1732320"/>
              <a:ext cx="1216440" cy="484920"/>
            </a:xfrm>
            <a:custGeom>
              <a:avLst/>
              <a:gdLst/>
              <a:ahLst/>
              <a:rect l="l" t="t" r="r" b="b"/>
              <a:pathLst>
                <a:path w="1216659" h="485139">
                  <a:moveTo>
                    <a:pt x="0" y="242315"/>
                  </a:moveTo>
                  <a:lnTo>
                    <a:pt x="242315" y="0"/>
                  </a:lnTo>
                  <a:lnTo>
                    <a:pt x="242315" y="121157"/>
                  </a:lnTo>
                  <a:lnTo>
                    <a:pt x="973835" y="121157"/>
                  </a:lnTo>
                  <a:lnTo>
                    <a:pt x="973835" y="0"/>
                  </a:lnTo>
                  <a:lnTo>
                    <a:pt x="1216148" y="242315"/>
                  </a:lnTo>
                  <a:lnTo>
                    <a:pt x="973835" y="484631"/>
                  </a:lnTo>
                  <a:lnTo>
                    <a:pt x="973835" y="363473"/>
                  </a:lnTo>
                  <a:lnTo>
                    <a:pt x="242315" y="363473"/>
                  </a:lnTo>
                  <a:lnTo>
                    <a:pt x="242315" y="484631"/>
                  </a:lnTo>
                  <a:lnTo>
                    <a:pt x="0" y="242315"/>
                  </a:lnTo>
                  <a:close/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26" name="object 40"/>
          <p:cNvGrpSpPr/>
          <p:nvPr/>
        </p:nvGrpSpPr>
        <p:grpSpPr>
          <a:xfrm>
            <a:off x="6255720" y="4768560"/>
            <a:ext cx="978120" cy="484920"/>
            <a:chOff x="6255720" y="4768560"/>
            <a:chExt cx="978120" cy="484920"/>
          </a:xfrm>
        </p:grpSpPr>
        <p:sp>
          <p:nvSpPr>
            <p:cNvPr id="327" name="object 41"/>
            <p:cNvSpPr/>
            <p:nvPr/>
          </p:nvSpPr>
          <p:spPr>
            <a:xfrm>
              <a:off x="6255720" y="4768560"/>
              <a:ext cx="978120" cy="484920"/>
            </a:xfrm>
            <a:custGeom>
              <a:avLst/>
              <a:gdLst/>
              <a:ahLst/>
              <a:rect l="l" t="t" r="r" b="b"/>
              <a:pathLst>
                <a:path w="978534" h="485139">
                  <a:moveTo>
                    <a:pt x="736092" y="0"/>
                  </a:moveTo>
                  <a:lnTo>
                    <a:pt x="736092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736092" y="363474"/>
                  </a:lnTo>
                  <a:lnTo>
                    <a:pt x="736092" y="484632"/>
                  </a:lnTo>
                  <a:lnTo>
                    <a:pt x="978407" y="242316"/>
                  </a:lnTo>
                  <a:lnTo>
                    <a:pt x="736092" y="0"/>
                  </a:lnTo>
                  <a:close/>
                </a:path>
              </a:pathLst>
            </a:custGeom>
            <a:solidFill>
              <a:srgbClr val="aac46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8" name="object 42"/>
            <p:cNvSpPr/>
            <p:nvPr/>
          </p:nvSpPr>
          <p:spPr>
            <a:xfrm>
              <a:off x="6255720" y="4768560"/>
              <a:ext cx="978120" cy="484920"/>
            </a:xfrm>
            <a:custGeom>
              <a:avLst/>
              <a:gdLst/>
              <a:ahLst/>
              <a:rect l="l" t="t" r="r" b="b"/>
              <a:pathLst>
                <a:path w="978534" h="485139">
                  <a:moveTo>
                    <a:pt x="0" y="121157"/>
                  </a:moveTo>
                  <a:lnTo>
                    <a:pt x="736091" y="121157"/>
                  </a:lnTo>
                  <a:lnTo>
                    <a:pt x="736091" y="0"/>
                  </a:lnTo>
                  <a:lnTo>
                    <a:pt x="978407" y="242315"/>
                  </a:lnTo>
                  <a:lnTo>
                    <a:pt x="736091" y="484631"/>
                  </a:lnTo>
                  <a:lnTo>
                    <a:pt x="736091" y="363473"/>
                  </a:lnTo>
                  <a:lnTo>
                    <a:pt x="0" y="363473"/>
                  </a:lnTo>
                  <a:lnTo>
                    <a:pt x="0" y="121157"/>
                  </a:lnTo>
                  <a:close/>
                </a:path>
              </a:pathLst>
            </a:custGeom>
            <a:noFill/>
            <a:ln w="25399">
              <a:solidFill>
                <a:srgbClr val="8399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29" name="object 43"/>
          <p:cNvGrpSpPr/>
          <p:nvPr/>
        </p:nvGrpSpPr>
        <p:grpSpPr>
          <a:xfrm>
            <a:off x="8210160" y="3053880"/>
            <a:ext cx="484920" cy="978120"/>
            <a:chOff x="8210160" y="3053880"/>
            <a:chExt cx="484920" cy="978120"/>
          </a:xfrm>
        </p:grpSpPr>
        <p:sp>
          <p:nvSpPr>
            <p:cNvPr id="330" name="object 44"/>
            <p:cNvSpPr/>
            <p:nvPr/>
          </p:nvSpPr>
          <p:spPr>
            <a:xfrm>
              <a:off x="8210160" y="3053880"/>
              <a:ext cx="484920" cy="978120"/>
            </a:xfrm>
            <a:custGeom>
              <a:avLst/>
              <a:gdLst/>
              <a:ahLst/>
              <a:rect l="l" t="t" r="r" b="b"/>
              <a:pathLst>
                <a:path w="485140" h="978535">
                  <a:moveTo>
                    <a:pt x="242316" y="0"/>
                  </a:moveTo>
                  <a:lnTo>
                    <a:pt x="0" y="242316"/>
                  </a:lnTo>
                  <a:lnTo>
                    <a:pt x="121158" y="242316"/>
                  </a:lnTo>
                  <a:lnTo>
                    <a:pt x="121158" y="978407"/>
                  </a:lnTo>
                  <a:lnTo>
                    <a:pt x="363474" y="978407"/>
                  </a:lnTo>
                  <a:lnTo>
                    <a:pt x="363474" y="242316"/>
                  </a:lnTo>
                  <a:lnTo>
                    <a:pt x="484632" y="242316"/>
                  </a:lnTo>
                  <a:lnTo>
                    <a:pt x="242316" y="0"/>
                  </a:lnTo>
                  <a:close/>
                </a:path>
              </a:pathLst>
            </a:custGeom>
            <a:solidFill>
              <a:srgbClr val="aac46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1" name="object 45"/>
            <p:cNvSpPr/>
            <p:nvPr/>
          </p:nvSpPr>
          <p:spPr>
            <a:xfrm>
              <a:off x="8210160" y="3053880"/>
              <a:ext cx="484920" cy="978120"/>
            </a:xfrm>
            <a:custGeom>
              <a:avLst/>
              <a:gdLst/>
              <a:ahLst/>
              <a:rect l="l" t="t" r="r" b="b"/>
              <a:pathLst>
                <a:path w="485140" h="978535">
                  <a:moveTo>
                    <a:pt x="0" y="242315"/>
                  </a:moveTo>
                  <a:lnTo>
                    <a:pt x="242315" y="0"/>
                  </a:lnTo>
                  <a:lnTo>
                    <a:pt x="484631" y="242315"/>
                  </a:lnTo>
                  <a:lnTo>
                    <a:pt x="363473" y="242315"/>
                  </a:lnTo>
                  <a:lnTo>
                    <a:pt x="363473" y="978407"/>
                  </a:lnTo>
                  <a:lnTo>
                    <a:pt x="121157" y="978407"/>
                  </a:lnTo>
                  <a:lnTo>
                    <a:pt x="121157" y="242315"/>
                  </a:lnTo>
                  <a:lnTo>
                    <a:pt x="0" y="242315"/>
                  </a:lnTo>
                  <a:close/>
                </a:path>
              </a:pathLst>
            </a:custGeom>
            <a:noFill/>
            <a:ln w="25399">
              <a:solidFill>
                <a:srgbClr val="8399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539640" y="-169200"/>
            <a:ext cx="583236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Sistema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S PGothic"/>
              </a:rPr>
              <a:t>de </a:t>
            </a: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Gerência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S PGothic"/>
              </a:rPr>
              <a:t>de</a:t>
            </a:r>
            <a:r>
              <a:rPr b="0" lang="en-US" sz="3200" spc="4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Conﬁguração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Rectangle 1"/>
          <p:cNvSpPr/>
          <p:nvPr/>
        </p:nvSpPr>
        <p:spPr>
          <a:xfrm>
            <a:off x="179640" y="4149000"/>
            <a:ext cx="5976360" cy="1800000"/>
          </a:xfrm>
          <a:prstGeom prst="rect">
            <a:avLst/>
          </a:prstGeom>
          <a:noFill/>
          <a:ln w="19050"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539640" y="-114480"/>
            <a:ext cx="362808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Tipos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MS PGothic"/>
              </a:rPr>
              <a:t>de</a:t>
            </a:r>
            <a:r>
              <a:rPr b="0" lang="en-US" sz="3600" spc="-55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Versão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5" name="object 12"/>
          <p:cNvGrpSpPr/>
          <p:nvPr/>
        </p:nvGrpSpPr>
        <p:grpSpPr>
          <a:xfrm>
            <a:off x="1623960" y="1628640"/>
            <a:ext cx="5986080" cy="1778040"/>
            <a:chOff x="1623960" y="1628640"/>
            <a:chExt cx="5986080" cy="1778040"/>
          </a:xfrm>
        </p:grpSpPr>
        <p:sp>
          <p:nvSpPr>
            <p:cNvPr id="336" name="object 13"/>
            <p:cNvSpPr/>
            <p:nvPr/>
          </p:nvSpPr>
          <p:spPr>
            <a:xfrm>
              <a:off x="4617000" y="2887560"/>
              <a:ext cx="2993040" cy="519120"/>
            </a:xfrm>
            <a:custGeom>
              <a:avLst/>
              <a:gdLst/>
              <a:ahLst/>
              <a:rect l="l" t="t" r="r" b="b"/>
              <a:pathLst>
                <a:path w="2993390" h="519429">
                  <a:moveTo>
                    <a:pt x="0" y="0"/>
                  </a:moveTo>
                  <a:lnTo>
                    <a:pt x="0" y="259714"/>
                  </a:lnTo>
                  <a:lnTo>
                    <a:pt x="2992908" y="259714"/>
                  </a:lnTo>
                  <a:lnTo>
                    <a:pt x="2992908" y="519429"/>
                  </a:lnTo>
                </a:path>
              </a:pathLst>
            </a:custGeom>
            <a:noFill/>
            <a:ln w="9524">
              <a:solidFill>
                <a:srgbClr val="4d7aa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7" name="object 14"/>
            <p:cNvSpPr/>
            <p:nvPr/>
          </p:nvSpPr>
          <p:spPr>
            <a:xfrm>
              <a:off x="4617000" y="2887560"/>
              <a:ext cx="360" cy="519120"/>
            </a:xfrm>
            <a:custGeom>
              <a:avLst/>
              <a:gdLst/>
              <a:ahLst/>
              <a:rect l="l" t="t" r="r" b="b"/>
              <a:pathLst>
                <a:path w="0" h="519429">
                  <a:moveTo>
                    <a:pt x="0" y="0"/>
                  </a:moveTo>
                  <a:lnTo>
                    <a:pt x="0" y="519429"/>
                  </a:lnTo>
                </a:path>
              </a:pathLst>
            </a:custGeom>
            <a:noFill/>
            <a:ln w="9524">
              <a:solidFill>
                <a:srgbClr val="4d7aa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8" name="object 15"/>
            <p:cNvSpPr/>
            <p:nvPr/>
          </p:nvSpPr>
          <p:spPr>
            <a:xfrm>
              <a:off x="1623960" y="2887560"/>
              <a:ext cx="2993040" cy="519120"/>
            </a:xfrm>
            <a:custGeom>
              <a:avLst/>
              <a:gdLst/>
              <a:ahLst/>
              <a:rect l="l" t="t" r="r" b="b"/>
              <a:pathLst>
                <a:path w="2993390" h="519429">
                  <a:moveTo>
                    <a:pt x="2992907" y="0"/>
                  </a:moveTo>
                  <a:lnTo>
                    <a:pt x="2992907" y="259714"/>
                  </a:lnTo>
                  <a:lnTo>
                    <a:pt x="0" y="259714"/>
                  </a:lnTo>
                  <a:lnTo>
                    <a:pt x="0" y="519429"/>
                  </a:lnTo>
                </a:path>
              </a:pathLst>
            </a:custGeom>
            <a:noFill/>
            <a:ln w="9524">
              <a:solidFill>
                <a:srgbClr val="4d7aa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9" name="object 16"/>
            <p:cNvSpPr/>
            <p:nvPr/>
          </p:nvSpPr>
          <p:spPr>
            <a:xfrm>
              <a:off x="3335040" y="1628640"/>
              <a:ext cx="2564280" cy="132552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0" name="object 17"/>
            <p:cNvSpPr/>
            <p:nvPr/>
          </p:nvSpPr>
          <p:spPr>
            <a:xfrm>
              <a:off x="3842280" y="1936440"/>
              <a:ext cx="1537560" cy="7268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1" name="object 18"/>
            <p:cNvSpPr/>
            <p:nvPr/>
          </p:nvSpPr>
          <p:spPr>
            <a:xfrm>
              <a:off x="3380040" y="1650600"/>
              <a:ext cx="2473200" cy="12362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42" name="object 19"/>
          <p:cNvSpPr/>
          <p:nvPr/>
        </p:nvSpPr>
        <p:spPr>
          <a:xfrm>
            <a:off x="3911400" y="1934280"/>
            <a:ext cx="141768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400" spc="-1" strike="noStrike">
                <a:solidFill>
                  <a:srgbClr val="ffffff"/>
                </a:solidFill>
                <a:latin typeface="Calibri"/>
                <a:ea typeface="MS PGothic"/>
              </a:rPr>
              <a:t>Ve</a:t>
            </a:r>
            <a:r>
              <a:rPr b="0" lang="en-US" sz="3400" spc="-7" strike="noStrike">
                <a:solidFill>
                  <a:srgbClr val="ffffff"/>
                </a:solidFill>
                <a:latin typeface="Calibri"/>
                <a:ea typeface="MS PGothic"/>
              </a:rPr>
              <a:t>rs</a:t>
            </a:r>
            <a:r>
              <a:rPr b="0" lang="en-US" sz="3400" spc="-1" strike="noStrike">
                <a:solidFill>
                  <a:srgbClr val="ffffff"/>
                </a:solidFill>
                <a:latin typeface="Calibri"/>
                <a:ea typeface="MS PGothic"/>
              </a:rPr>
              <a:t>ão</a:t>
            </a:r>
            <a:endParaRPr b="0" lang="pt-BR" sz="3400" spc="-1" strike="noStrike">
              <a:latin typeface="Arial"/>
            </a:endParaRPr>
          </a:p>
        </p:txBody>
      </p:sp>
      <p:grpSp>
        <p:nvGrpSpPr>
          <p:cNvPr id="343" name="object 20"/>
          <p:cNvGrpSpPr/>
          <p:nvPr/>
        </p:nvGrpSpPr>
        <p:grpSpPr>
          <a:xfrm>
            <a:off x="342720" y="3382920"/>
            <a:ext cx="2564280" cy="1329840"/>
            <a:chOff x="342720" y="3382920"/>
            <a:chExt cx="2564280" cy="1329840"/>
          </a:xfrm>
        </p:grpSpPr>
        <p:sp>
          <p:nvSpPr>
            <p:cNvPr id="344" name="object 21"/>
            <p:cNvSpPr/>
            <p:nvPr/>
          </p:nvSpPr>
          <p:spPr>
            <a:xfrm>
              <a:off x="342720" y="3382920"/>
              <a:ext cx="2564280" cy="1329840"/>
            </a:xfrm>
            <a:prstGeom prst="rect">
              <a:avLst/>
            </a:pr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5" name="object 22"/>
            <p:cNvSpPr/>
            <p:nvPr/>
          </p:nvSpPr>
          <p:spPr>
            <a:xfrm>
              <a:off x="770760" y="3690360"/>
              <a:ext cx="1691280" cy="726840"/>
            </a:xfrm>
            <a:prstGeom prst="rect">
              <a:avLst/>
            </a:pr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6" name="object 23"/>
            <p:cNvSpPr/>
            <p:nvPr/>
          </p:nvSpPr>
          <p:spPr>
            <a:xfrm>
              <a:off x="387360" y="3406680"/>
              <a:ext cx="2473200" cy="1236240"/>
            </a:xfrm>
            <a:prstGeom prst="rect">
              <a:avLst/>
            </a:pr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47" name="object 24"/>
          <p:cNvSpPr/>
          <p:nvPr/>
        </p:nvSpPr>
        <p:spPr>
          <a:xfrm>
            <a:off x="842040" y="3690720"/>
            <a:ext cx="156996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400" spc="-1" strike="noStrike">
                <a:solidFill>
                  <a:srgbClr val="ffffff"/>
                </a:solidFill>
                <a:latin typeface="Calibri"/>
                <a:ea typeface="MS PGothic"/>
              </a:rPr>
              <a:t>R</a:t>
            </a:r>
            <a:r>
              <a:rPr b="0" lang="en-US" sz="3400" spc="-7" strike="noStrike">
                <a:solidFill>
                  <a:srgbClr val="ffffff"/>
                </a:solidFill>
                <a:latin typeface="Calibri"/>
                <a:ea typeface="MS PGothic"/>
              </a:rPr>
              <a:t>e</a:t>
            </a:r>
            <a:r>
              <a:rPr b="0" lang="en-US" sz="3400" spc="-1" strike="noStrike">
                <a:solidFill>
                  <a:srgbClr val="ffffff"/>
                </a:solidFill>
                <a:latin typeface="Calibri"/>
                <a:ea typeface="MS PGothic"/>
              </a:rPr>
              <a:t>vi</a:t>
            </a:r>
            <a:r>
              <a:rPr b="0" lang="en-US" sz="3400" spc="-7" strike="noStrike">
                <a:solidFill>
                  <a:srgbClr val="ffffff"/>
                </a:solidFill>
                <a:latin typeface="Calibri"/>
                <a:ea typeface="MS PGothic"/>
              </a:rPr>
              <a:t>s</a:t>
            </a:r>
            <a:r>
              <a:rPr b="0" lang="en-US" sz="3400" spc="-1" strike="noStrike">
                <a:solidFill>
                  <a:srgbClr val="ffffff"/>
                </a:solidFill>
                <a:latin typeface="Calibri"/>
                <a:ea typeface="MS PGothic"/>
              </a:rPr>
              <a:t>ão</a:t>
            </a:r>
            <a:endParaRPr b="0" lang="pt-BR" sz="3400" spc="-1" strike="noStrike">
              <a:latin typeface="Arial"/>
            </a:endParaRPr>
          </a:p>
        </p:txBody>
      </p:sp>
      <p:grpSp>
        <p:nvGrpSpPr>
          <p:cNvPr id="348" name="object 25"/>
          <p:cNvGrpSpPr/>
          <p:nvPr/>
        </p:nvGrpSpPr>
        <p:grpSpPr>
          <a:xfrm>
            <a:off x="3335040" y="3382920"/>
            <a:ext cx="2564280" cy="1329840"/>
            <a:chOff x="3335040" y="3382920"/>
            <a:chExt cx="2564280" cy="1329840"/>
          </a:xfrm>
        </p:grpSpPr>
        <p:sp>
          <p:nvSpPr>
            <p:cNvPr id="349" name="object 26"/>
            <p:cNvSpPr/>
            <p:nvPr/>
          </p:nvSpPr>
          <p:spPr>
            <a:xfrm>
              <a:off x="3335040" y="3382920"/>
              <a:ext cx="2564280" cy="1329840"/>
            </a:xfrm>
            <a:prstGeom prst="rect">
              <a:avLst/>
            </a:pr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0" name="object 27"/>
            <p:cNvSpPr/>
            <p:nvPr/>
          </p:nvSpPr>
          <p:spPr>
            <a:xfrm>
              <a:off x="3688560" y="3690360"/>
              <a:ext cx="1857600" cy="726840"/>
            </a:xfrm>
            <a:prstGeom prst="rect">
              <a:avLst/>
            </a:pr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1" name="object 28"/>
            <p:cNvSpPr/>
            <p:nvPr/>
          </p:nvSpPr>
          <p:spPr>
            <a:xfrm>
              <a:off x="3380040" y="3406680"/>
              <a:ext cx="2473200" cy="1236240"/>
            </a:xfrm>
            <a:prstGeom prst="rect">
              <a:avLst/>
            </a:prstGeom>
            <a:blipFill rotWithShape="0">
              <a:blip r:embed="rId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52" name="object 29"/>
          <p:cNvSpPr/>
          <p:nvPr/>
        </p:nvSpPr>
        <p:spPr>
          <a:xfrm>
            <a:off x="3750120" y="3690720"/>
            <a:ext cx="173952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400" spc="-7" strike="noStrike">
                <a:solidFill>
                  <a:srgbClr val="ffffff"/>
                </a:solidFill>
                <a:latin typeface="Calibri"/>
                <a:ea typeface="MS PGothic"/>
              </a:rPr>
              <a:t>Variante</a:t>
            </a:r>
            <a:endParaRPr b="0" lang="pt-BR" sz="3400" spc="-1" strike="noStrike">
              <a:latin typeface="Arial"/>
            </a:endParaRPr>
          </a:p>
        </p:txBody>
      </p:sp>
      <p:grpSp>
        <p:nvGrpSpPr>
          <p:cNvPr id="353" name="object 30"/>
          <p:cNvGrpSpPr/>
          <p:nvPr/>
        </p:nvGrpSpPr>
        <p:grpSpPr>
          <a:xfrm>
            <a:off x="6327720" y="3382920"/>
            <a:ext cx="2564280" cy="1329840"/>
            <a:chOff x="6327720" y="3382920"/>
            <a:chExt cx="2564280" cy="1329840"/>
          </a:xfrm>
        </p:grpSpPr>
        <p:sp>
          <p:nvSpPr>
            <p:cNvPr id="354" name="object 31"/>
            <p:cNvSpPr/>
            <p:nvPr/>
          </p:nvSpPr>
          <p:spPr>
            <a:xfrm>
              <a:off x="6327720" y="3382920"/>
              <a:ext cx="2564280" cy="1329840"/>
            </a:xfrm>
            <a:prstGeom prst="rect">
              <a:avLst/>
            </a:prstGeom>
            <a:blipFill rotWithShape="0">
              <a:blip r:embed="rId1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5" name="object 32"/>
            <p:cNvSpPr/>
            <p:nvPr/>
          </p:nvSpPr>
          <p:spPr>
            <a:xfrm>
              <a:off x="6327720" y="3424320"/>
              <a:ext cx="2555640" cy="1258920"/>
            </a:xfrm>
            <a:prstGeom prst="rect">
              <a:avLst/>
            </a:prstGeom>
            <a:blipFill rotWithShape="0">
              <a:blip r:embed="rId1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6" name="object 33"/>
            <p:cNvSpPr/>
            <p:nvPr/>
          </p:nvSpPr>
          <p:spPr>
            <a:xfrm>
              <a:off x="6373080" y="3406680"/>
              <a:ext cx="2473200" cy="1236240"/>
            </a:xfrm>
            <a:prstGeom prst="rect">
              <a:avLst/>
            </a:prstGeom>
            <a:blipFill rotWithShape="0">
              <a:blip r:embed="rId1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57" name="object 34"/>
          <p:cNvSpPr/>
          <p:nvPr/>
        </p:nvSpPr>
        <p:spPr>
          <a:xfrm>
            <a:off x="6394680" y="3423240"/>
            <a:ext cx="2436120" cy="11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1360" bIns="0" anchor="t">
            <a:spAutoFit/>
          </a:bodyPr>
          <a:p>
            <a:pPr marL="92160" indent="-79920">
              <a:lnSpc>
                <a:spcPts val="4201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400" spc="-1" strike="noStrike">
                <a:solidFill>
                  <a:srgbClr val="ffffff"/>
                </a:solidFill>
                <a:latin typeface="Calibri"/>
                <a:ea typeface="MS PGothic"/>
              </a:rPr>
              <a:t>C</a:t>
            </a:r>
            <a:r>
              <a:rPr b="0" lang="en-US" sz="3400" spc="-7" strike="noStrike">
                <a:solidFill>
                  <a:srgbClr val="ffffff"/>
                </a:solidFill>
                <a:latin typeface="Calibri"/>
                <a:ea typeface="MS PGothic"/>
              </a:rPr>
              <a:t>oo</a:t>
            </a:r>
            <a:r>
              <a:rPr b="0" lang="en-US" sz="3400" spc="-1" strike="noStrike">
                <a:solidFill>
                  <a:srgbClr val="ffffff"/>
                </a:solidFill>
                <a:latin typeface="Calibri"/>
                <a:ea typeface="MS PGothic"/>
              </a:rPr>
              <a:t>pe</a:t>
            </a:r>
            <a:r>
              <a:rPr b="0" lang="en-US" sz="3400" spc="-7" strike="noStrike">
                <a:solidFill>
                  <a:srgbClr val="ffffff"/>
                </a:solidFill>
                <a:latin typeface="Calibri"/>
                <a:ea typeface="MS PGothic"/>
              </a:rPr>
              <a:t>r</a:t>
            </a:r>
            <a:r>
              <a:rPr b="0" lang="en-US" sz="3400" spc="-1" strike="noStrike">
                <a:solidFill>
                  <a:srgbClr val="ffffff"/>
                </a:solidFill>
                <a:latin typeface="Calibri"/>
                <a:ea typeface="MS PGothic"/>
              </a:rPr>
              <a:t>a</a:t>
            </a:r>
            <a:r>
              <a:rPr b="0" lang="en-US" sz="3400" spc="-7" strike="noStrike">
                <a:solidFill>
                  <a:srgbClr val="ffffff"/>
                </a:solidFill>
                <a:latin typeface="Calibri"/>
                <a:ea typeface="MS PGothic"/>
              </a:rPr>
              <a:t>ç</a:t>
            </a:r>
            <a:r>
              <a:rPr b="0" lang="en-US" sz="3400" spc="-1" strike="noStrike">
                <a:solidFill>
                  <a:srgbClr val="ffffff"/>
                </a:solidFill>
                <a:latin typeface="Calibri"/>
                <a:ea typeface="MS PGothic"/>
              </a:rPr>
              <a:t>ão  </a:t>
            </a:r>
            <a:r>
              <a:rPr b="0" lang="en-US" sz="3400" spc="-7" strike="noStrike">
                <a:solidFill>
                  <a:srgbClr val="ffffff"/>
                </a:solidFill>
                <a:latin typeface="Calibri"/>
                <a:ea typeface="MS PGothic"/>
              </a:rPr>
              <a:t>(Rascunho)</a:t>
            </a:r>
            <a:endParaRPr b="0" lang="pt-BR" sz="3400" spc="-1" strike="noStrike">
              <a:latin typeface="Arial"/>
            </a:endParaRPr>
          </a:p>
        </p:txBody>
      </p:sp>
      <p:sp>
        <p:nvSpPr>
          <p:cNvPr id="358" name="object 35"/>
          <p:cNvSpPr/>
          <p:nvPr/>
        </p:nvSpPr>
        <p:spPr>
          <a:xfrm>
            <a:off x="5876280" y="5517360"/>
            <a:ext cx="324900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(Conradi </a:t>
            </a: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and Westfechtel</a:t>
            </a:r>
            <a:r>
              <a:rPr b="0" lang="en-US" sz="1800" spc="-92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1998)</a:t>
            </a: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467640" y="-42480"/>
            <a:ext cx="199728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Revisões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0" name="object 12"/>
          <p:cNvGrpSpPr/>
          <p:nvPr/>
        </p:nvGrpSpPr>
        <p:grpSpPr>
          <a:xfrm>
            <a:off x="0" y="2666880"/>
            <a:ext cx="9143640" cy="2424240"/>
            <a:chOff x="0" y="2666880"/>
            <a:chExt cx="9143640" cy="2424240"/>
          </a:xfrm>
        </p:grpSpPr>
        <p:sp>
          <p:nvSpPr>
            <p:cNvPr id="361" name="object 13"/>
            <p:cNvSpPr/>
            <p:nvPr/>
          </p:nvSpPr>
          <p:spPr>
            <a:xfrm>
              <a:off x="0" y="2666880"/>
              <a:ext cx="9143640" cy="151056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2" name="object 14"/>
            <p:cNvSpPr/>
            <p:nvPr/>
          </p:nvSpPr>
          <p:spPr>
            <a:xfrm>
              <a:off x="0" y="4114800"/>
              <a:ext cx="9143640" cy="97632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3" name="object 15"/>
            <p:cNvSpPr/>
            <p:nvPr/>
          </p:nvSpPr>
          <p:spPr>
            <a:xfrm>
              <a:off x="0" y="4149000"/>
              <a:ext cx="9143640" cy="8636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4" name="object 16"/>
            <p:cNvSpPr/>
            <p:nvPr/>
          </p:nvSpPr>
          <p:spPr>
            <a:xfrm>
              <a:off x="0" y="4149000"/>
              <a:ext cx="9143640" cy="864000"/>
            </a:xfrm>
            <a:custGeom>
              <a:avLst/>
              <a:gdLst/>
              <a:ahLst/>
              <a:rect l="l" t="t" r="r" b="b"/>
              <a:pathLst>
                <a:path w="9144000" h="864235">
                  <a:moveTo>
                    <a:pt x="0" y="216023"/>
                  </a:moveTo>
                  <a:lnTo>
                    <a:pt x="8711943" y="216023"/>
                  </a:lnTo>
                  <a:lnTo>
                    <a:pt x="8711943" y="0"/>
                  </a:lnTo>
                  <a:lnTo>
                    <a:pt x="9143993" y="432047"/>
                  </a:lnTo>
                  <a:lnTo>
                    <a:pt x="8711943" y="864095"/>
                  </a:lnTo>
                  <a:lnTo>
                    <a:pt x="8711943" y="648071"/>
                  </a:lnTo>
                  <a:lnTo>
                    <a:pt x="0" y="648071"/>
                  </a:lnTo>
                  <a:lnTo>
                    <a:pt x="216023" y="432047"/>
                  </a:lnTo>
                  <a:lnTo>
                    <a:pt x="0" y="216023"/>
                  </a:lnTo>
                  <a:close/>
                </a:path>
              </a:pathLst>
            </a:custGeom>
            <a:noFill/>
            <a:ln w="9524">
              <a:solidFill>
                <a:srgbClr val="5b92c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65" name="object 17"/>
          <p:cNvSpPr/>
          <p:nvPr/>
        </p:nvSpPr>
        <p:spPr>
          <a:xfrm>
            <a:off x="3079440" y="4398120"/>
            <a:ext cx="336780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Gerações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do iMac (1998 –</a:t>
            </a:r>
            <a:r>
              <a:rPr b="0" lang="en-US" sz="1800" spc="-72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2013)</a:t>
            </a: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539640" y="-200880"/>
            <a:ext cx="217764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Variantes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object 12"/>
          <p:cNvSpPr/>
          <p:nvPr/>
        </p:nvSpPr>
        <p:spPr>
          <a:xfrm>
            <a:off x="3267720" y="3861000"/>
            <a:ext cx="2887920" cy="17996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object 13"/>
          <p:cNvSpPr/>
          <p:nvPr/>
        </p:nvSpPr>
        <p:spPr>
          <a:xfrm>
            <a:off x="6148080" y="1917000"/>
            <a:ext cx="2887920" cy="17996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object 14"/>
          <p:cNvSpPr/>
          <p:nvPr/>
        </p:nvSpPr>
        <p:spPr>
          <a:xfrm>
            <a:off x="136080" y="1917000"/>
            <a:ext cx="2999520" cy="179964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object 15"/>
          <p:cNvSpPr/>
          <p:nvPr/>
        </p:nvSpPr>
        <p:spPr>
          <a:xfrm>
            <a:off x="1122480" y="3390120"/>
            <a:ext cx="110520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Hatchback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71" name="object 16"/>
          <p:cNvSpPr/>
          <p:nvPr/>
        </p:nvSpPr>
        <p:spPr>
          <a:xfrm>
            <a:off x="4439880" y="5406120"/>
            <a:ext cx="69876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Coupe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72" name="object 17"/>
          <p:cNvSpPr/>
          <p:nvPr/>
        </p:nvSpPr>
        <p:spPr>
          <a:xfrm>
            <a:off x="7276320" y="3318120"/>
            <a:ext cx="6868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Sedan</a:t>
            </a:r>
            <a:endParaRPr b="0" lang="pt-BR" sz="1800" spc="-1" strike="noStrike">
              <a:latin typeface="Arial"/>
            </a:endParaRPr>
          </a:p>
        </p:txBody>
      </p:sp>
      <p:grpSp>
        <p:nvGrpSpPr>
          <p:cNvPr id="373" name="object 18"/>
          <p:cNvGrpSpPr/>
          <p:nvPr/>
        </p:nvGrpSpPr>
        <p:grpSpPr>
          <a:xfrm>
            <a:off x="3441600" y="2247480"/>
            <a:ext cx="2406240" cy="1541520"/>
            <a:chOff x="3441600" y="2247480"/>
            <a:chExt cx="2406240" cy="1541520"/>
          </a:xfrm>
        </p:grpSpPr>
        <p:sp>
          <p:nvSpPr>
            <p:cNvPr id="374" name="object 19"/>
            <p:cNvSpPr/>
            <p:nvPr/>
          </p:nvSpPr>
          <p:spPr>
            <a:xfrm>
              <a:off x="3441600" y="2247480"/>
              <a:ext cx="2406240" cy="1541520"/>
            </a:xfrm>
            <a:prstGeom prst="rect">
              <a:avLst/>
            </a:pr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5" name="object 20"/>
            <p:cNvSpPr/>
            <p:nvPr/>
          </p:nvSpPr>
          <p:spPr>
            <a:xfrm>
              <a:off x="3492000" y="2277000"/>
              <a:ext cx="2304000" cy="1439640"/>
            </a:xfrm>
            <a:prstGeom prst="rect">
              <a:avLst/>
            </a:pr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6" name="object 21"/>
            <p:cNvSpPr/>
            <p:nvPr/>
          </p:nvSpPr>
          <p:spPr>
            <a:xfrm>
              <a:off x="3492000" y="2277000"/>
              <a:ext cx="2304000" cy="1440000"/>
            </a:xfrm>
            <a:custGeom>
              <a:avLst/>
              <a:gdLst/>
              <a:ahLst/>
              <a:rect l="l" t="t" r="r" b="b"/>
              <a:pathLst>
                <a:path w="2304415" h="1440179">
                  <a:moveTo>
                    <a:pt x="0" y="518788"/>
                  </a:moveTo>
                  <a:lnTo>
                    <a:pt x="201290" y="1037577"/>
                  </a:lnTo>
                  <a:lnTo>
                    <a:pt x="201290" y="778182"/>
                  </a:lnTo>
                  <a:lnTo>
                    <a:pt x="892733" y="778182"/>
                  </a:lnTo>
                  <a:lnTo>
                    <a:pt x="892733" y="1238868"/>
                  </a:lnTo>
                  <a:lnTo>
                    <a:pt x="633338" y="1238868"/>
                  </a:lnTo>
                  <a:lnTo>
                    <a:pt x="1152129" y="1440158"/>
                  </a:lnTo>
                  <a:lnTo>
                    <a:pt x="1670918" y="1238868"/>
                  </a:lnTo>
                  <a:lnTo>
                    <a:pt x="1411518" y="1238868"/>
                  </a:lnTo>
                  <a:lnTo>
                    <a:pt x="1411518" y="778182"/>
                  </a:lnTo>
                  <a:lnTo>
                    <a:pt x="2102968" y="778182"/>
                  </a:lnTo>
                  <a:lnTo>
                    <a:pt x="2102968" y="1037577"/>
                  </a:lnTo>
                  <a:lnTo>
                    <a:pt x="2304258" y="518788"/>
                  </a:lnTo>
                  <a:lnTo>
                    <a:pt x="2102968" y="0"/>
                  </a:lnTo>
                  <a:lnTo>
                    <a:pt x="2102968" y="259389"/>
                  </a:lnTo>
                  <a:lnTo>
                    <a:pt x="201290" y="259389"/>
                  </a:lnTo>
                  <a:lnTo>
                    <a:pt x="201290" y="0"/>
                  </a:lnTo>
                  <a:lnTo>
                    <a:pt x="0" y="518788"/>
                  </a:lnTo>
                  <a:close/>
                </a:path>
              </a:pathLst>
            </a:custGeom>
            <a:noFill/>
            <a:ln w="9524">
              <a:solidFill>
                <a:srgbClr val="5b92c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77" name="object 22"/>
          <p:cNvSpPr/>
          <p:nvPr/>
        </p:nvSpPr>
        <p:spPr>
          <a:xfrm>
            <a:off x="4074840" y="2633760"/>
            <a:ext cx="12574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Honda</a:t>
            </a:r>
            <a:r>
              <a:rPr b="0" lang="en-US" sz="1800" spc="-86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Civic</a:t>
            </a: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395640" y="-200880"/>
            <a:ext cx="716508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000" spc="-7" strike="noStrike">
                <a:solidFill>
                  <a:srgbClr val="000000"/>
                </a:solidFill>
                <a:latin typeface="Arial"/>
                <a:ea typeface="MS PGothic"/>
              </a:rPr>
              <a:t>Cooperação (versões</a:t>
            </a:r>
            <a:r>
              <a:rPr b="0" lang="en-US" sz="3000" spc="-12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3000" spc="-7" strike="noStrike">
                <a:solidFill>
                  <a:srgbClr val="000000"/>
                </a:solidFill>
                <a:latin typeface="Arial"/>
                <a:ea typeface="MS PGothic"/>
              </a:rPr>
              <a:t>rascunho)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object 12"/>
          <p:cNvSpPr/>
          <p:nvPr/>
        </p:nvSpPr>
        <p:spPr>
          <a:xfrm>
            <a:off x="2668320" y="3357000"/>
            <a:ext cx="2472840" cy="24476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object 13"/>
          <p:cNvSpPr/>
          <p:nvPr/>
        </p:nvSpPr>
        <p:spPr>
          <a:xfrm>
            <a:off x="3125880" y="5646960"/>
            <a:ext cx="287244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Espaço de </a:t>
            </a: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trabalho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do</a:t>
            </a:r>
            <a:r>
              <a:rPr b="0" lang="en-US" sz="1800" spc="-60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João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81" name="object 14"/>
          <p:cNvSpPr/>
          <p:nvPr/>
        </p:nvSpPr>
        <p:spPr>
          <a:xfrm>
            <a:off x="4754880" y="2134800"/>
            <a:ext cx="2472840" cy="24436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object 15"/>
          <p:cNvSpPr/>
          <p:nvPr/>
        </p:nvSpPr>
        <p:spPr>
          <a:xfrm>
            <a:off x="5186520" y="4422600"/>
            <a:ext cx="294876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Espaço de </a:t>
            </a: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trabalho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da</a:t>
            </a:r>
            <a:r>
              <a:rPr b="0" lang="en-US" sz="1800" spc="-60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Maria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83" name="object 16"/>
          <p:cNvSpPr/>
          <p:nvPr/>
        </p:nvSpPr>
        <p:spPr>
          <a:xfrm>
            <a:off x="6770880" y="692640"/>
            <a:ext cx="2372760" cy="244764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object 17"/>
          <p:cNvSpPr/>
          <p:nvPr/>
        </p:nvSpPr>
        <p:spPr>
          <a:xfrm>
            <a:off x="7098840" y="2982600"/>
            <a:ext cx="1995480" cy="5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8080" bIns="0" anchor="t">
            <a:spAutoFit/>
          </a:bodyPr>
          <a:p>
            <a:pPr marL="12600">
              <a:lnSpc>
                <a:spcPts val="2100"/>
              </a:lnSpc>
              <a:spcBef>
                <a:spcPts val="221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Espaço de</a:t>
            </a:r>
            <a:r>
              <a:rPr b="0" lang="en-US" sz="1800" spc="-66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trabalho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do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Pedro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85" name="object 18"/>
          <p:cNvSpPr/>
          <p:nvPr/>
        </p:nvSpPr>
        <p:spPr>
          <a:xfrm>
            <a:off x="74880" y="1125000"/>
            <a:ext cx="2472840" cy="24476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object 19"/>
          <p:cNvSpPr/>
          <p:nvPr/>
        </p:nvSpPr>
        <p:spPr>
          <a:xfrm>
            <a:off x="692280" y="3405240"/>
            <a:ext cx="129636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21" strike="noStrike">
                <a:solidFill>
                  <a:srgbClr val="000000"/>
                </a:solidFill>
                <a:latin typeface="Arial"/>
                <a:ea typeface="MS PGothic"/>
              </a:rPr>
              <a:t>Versão</a:t>
            </a:r>
            <a:r>
              <a:rPr b="0" lang="en-US" sz="1800" spc="-72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base</a:t>
            </a:r>
            <a:endParaRPr b="0" lang="pt-BR" sz="1800" spc="-1" strike="noStrike">
              <a:latin typeface="Arial"/>
            </a:endParaRPr>
          </a:p>
        </p:txBody>
      </p:sp>
      <p:grpSp>
        <p:nvGrpSpPr>
          <p:cNvPr id="387" name="object 20"/>
          <p:cNvGrpSpPr/>
          <p:nvPr/>
        </p:nvGrpSpPr>
        <p:grpSpPr>
          <a:xfrm>
            <a:off x="1064160" y="1187280"/>
            <a:ext cx="5577480" cy="4068720"/>
            <a:chOff x="1064160" y="1187280"/>
            <a:chExt cx="5577480" cy="4068720"/>
          </a:xfrm>
        </p:grpSpPr>
        <p:sp>
          <p:nvSpPr>
            <p:cNvPr id="388" name="object 21"/>
            <p:cNvSpPr/>
            <p:nvPr/>
          </p:nvSpPr>
          <p:spPr>
            <a:xfrm>
              <a:off x="2360880" y="1187280"/>
              <a:ext cx="4280760" cy="976320"/>
            </a:xfrm>
            <a:prstGeom prst="rect">
              <a:avLst/>
            </a:pr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9" name="object 22"/>
            <p:cNvSpPr/>
            <p:nvPr/>
          </p:nvSpPr>
          <p:spPr>
            <a:xfrm>
              <a:off x="2411640" y="1221480"/>
              <a:ext cx="4176000" cy="863640"/>
            </a:xfrm>
            <a:prstGeom prst="rect">
              <a:avLst/>
            </a:pr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0" name="object 23"/>
            <p:cNvSpPr/>
            <p:nvPr/>
          </p:nvSpPr>
          <p:spPr>
            <a:xfrm>
              <a:off x="2411640" y="1221480"/>
              <a:ext cx="4176720" cy="864000"/>
            </a:xfrm>
            <a:custGeom>
              <a:avLst/>
              <a:gdLst/>
              <a:ahLst/>
              <a:rect l="l" t="t" r="r" b="b"/>
              <a:pathLst>
                <a:path w="4177029" h="864235">
                  <a:moveTo>
                    <a:pt x="0" y="216023"/>
                  </a:moveTo>
                  <a:lnTo>
                    <a:pt x="3744417" y="216023"/>
                  </a:lnTo>
                  <a:lnTo>
                    <a:pt x="3744417" y="0"/>
                  </a:lnTo>
                  <a:lnTo>
                    <a:pt x="4176457" y="432047"/>
                  </a:lnTo>
                  <a:lnTo>
                    <a:pt x="3744417" y="864095"/>
                  </a:lnTo>
                  <a:lnTo>
                    <a:pt x="3744417" y="648071"/>
                  </a:lnTo>
                  <a:lnTo>
                    <a:pt x="0" y="648071"/>
                  </a:lnTo>
                  <a:lnTo>
                    <a:pt x="0" y="216023"/>
                  </a:lnTo>
                  <a:close/>
                </a:path>
              </a:pathLst>
            </a:custGeom>
            <a:noFill/>
            <a:ln w="9524">
              <a:solidFill>
                <a:srgbClr val="5b92c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1" name="object 24"/>
            <p:cNvSpPr/>
            <p:nvPr/>
          </p:nvSpPr>
          <p:spPr>
            <a:xfrm>
              <a:off x="2431440" y="2268000"/>
              <a:ext cx="2335680" cy="976320"/>
            </a:xfrm>
            <a:prstGeom prst="rect">
              <a:avLst/>
            </a:pr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2" name="object 25"/>
            <p:cNvSpPr/>
            <p:nvPr/>
          </p:nvSpPr>
          <p:spPr>
            <a:xfrm>
              <a:off x="2483640" y="2301480"/>
              <a:ext cx="2232000" cy="863640"/>
            </a:xfrm>
            <a:prstGeom prst="rect">
              <a:avLst/>
            </a:pr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3" name="object 26"/>
            <p:cNvSpPr/>
            <p:nvPr/>
          </p:nvSpPr>
          <p:spPr>
            <a:xfrm>
              <a:off x="2483640" y="2301480"/>
              <a:ext cx="2232360" cy="864000"/>
            </a:xfrm>
            <a:custGeom>
              <a:avLst/>
              <a:gdLst/>
              <a:ahLst/>
              <a:rect l="l" t="t" r="r" b="b"/>
              <a:pathLst>
                <a:path w="2232660" h="864235">
                  <a:moveTo>
                    <a:pt x="0" y="216023"/>
                  </a:moveTo>
                  <a:lnTo>
                    <a:pt x="1800198" y="216023"/>
                  </a:lnTo>
                  <a:lnTo>
                    <a:pt x="1800198" y="0"/>
                  </a:lnTo>
                  <a:lnTo>
                    <a:pt x="2232248" y="432047"/>
                  </a:lnTo>
                  <a:lnTo>
                    <a:pt x="1800198" y="864095"/>
                  </a:lnTo>
                  <a:lnTo>
                    <a:pt x="1800198" y="648071"/>
                  </a:lnTo>
                  <a:lnTo>
                    <a:pt x="0" y="648071"/>
                  </a:lnTo>
                  <a:lnTo>
                    <a:pt x="0" y="216023"/>
                  </a:lnTo>
                  <a:close/>
                </a:path>
              </a:pathLst>
            </a:custGeom>
            <a:noFill/>
            <a:ln w="9524">
              <a:solidFill>
                <a:srgbClr val="5b92c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4" name="object 27"/>
            <p:cNvSpPr/>
            <p:nvPr/>
          </p:nvSpPr>
          <p:spPr>
            <a:xfrm>
              <a:off x="1064160" y="3785040"/>
              <a:ext cx="1686960" cy="1470960"/>
            </a:xfrm>
            <a:prstGeom prst="rect">
              <a:avLst/>
            </a:prstGeom>
            <a:blipFill rotWithShape="0">
              <a:blip r:embed="rId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5" name="object 28"/>
            <p:cNvSpPr/>
            <p:nvPr/>
          </p:nvSpPr>
          <p:spPr>
            <a:xfrm>
              <a:off x="1115640" y="3813840"/>
              <a:ext cx="1583640" cy="1367640"/>
            </a:xfrm>
            <a:prstGeom prst="rect">
              <a:avLst/>
            </a:prstGeom>
            <a:blipFill rotWithShape="0">
              <a:blip r:embed="rId1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6" name="object 29"/>
            <p:cNvSpPr/>
            <p:nvPr/>
          </p:nvSpPr>
          <p:spPr>
            <a:xfrm>
              <a:off x="1115640" y="3813840"/>
              <a:ext cx="1584000" cy="1368000"/>
            </a:xfrm>
            <a:custGeom>
              <a:avLst/>
              <a:gdLst/>
              <a:ahLst/>
              <a:rect l="l" t="t" r="r" b="b"/>
              <a:pathLst>
                <a:path w="1584325" h="1368425">
                  <a:moveTo>
                    <a:pt x="0" y="0"/>
                  </a:moveTo>
                  <a:lnTo>
                    <a:pt x="0" y="566822"/>
                  </a:lnTo>
                  <a:lnTo>
                    <a:pt x="1984" y="615914"/>
                  </a:lnTo>
                  <a:lnTo>
                    <a:pt x="7834" y="663913"/>
                  </a:lnTo>
                  <a:lnTo>
                    <a:pt x="17395" y="710665"/>
                  </a:lnTo>
                  <a:lnTo>
                    <a:pt x="30515" y="756016"/>
                  </a:lnTo>
                  <a:lnTo>
                    <a:pt x="47038" y="799811"/>
                  </a:lnTo>
                  <a:lnTo>
                    <a:pt x="66810" y="841898"/>
                  </a:lnTo>
                  <a:lnTo>
                    <a:pt x="89678" y="882122"/>
                  </a:lnTo>
                  <a:lnTo>
                    <a:pt x="115488" y="920328"/>
                  </a:lnTo>
                  <a:lnTo>
                    <a:pt x="144085" y="956363"/>
                  </a:lnTo>
                  <a:lnTo>
                    <a:pt x="175315" y="990073"/>
                  </a:lnTo>
                  <a:lnTo>
                    <a:pt x="209025" y="1021303"/>
                  </a:lnTo>
                  <a:lnTo>
                    <a:pt x="245060" y="1049900"/>
                  </a:lnTo>
                  <a:lnTo>
                    <a:pt x="283267" y="1075710"/>
                  </a:lnTo>
                  <a:lnTo>
                    <a:pt x="323490" y="1098578"/>
                  </a:lnTo>
                  <a:lnTo>
                    <a:pt x="365577" y="1118350"/>
                  </a:lnTo>
                  <a:lnTo>
                    <a:pt x="409373" y="1134873"/>
                  </a:lnTo>
                  <a:lnTo>
                    <a:pt x="454723" y="1147993"/>
                  </a:lnTo>
                  <a:lnTo>
                    <a:pt x="501475" y="1157554"/>
                  </a:lnTo>
                  <a:lnTo>
                    <a:pt x="549474" y="1163404"/>
                  </a:lnTo>
                  <a:lnTo>
                    <a:pt x="598566" y="1165389"/>
                  </a:lnTo>
                  <a:lnTo>
                    <a:pt x="1178629" y="1165389"/>
                  </a:lnTo>
                  <a:lnTo>
                    <a:pt x="1178629" y="1368149"/>
                  </a:lnTo>
                  <a:lnTo>
                    <a:pt x="1584178" y="907054"/>
                  </a:lnTo>
                  <a:lnTo>
                    <a:pt x="1178629" y="445960"/>
                  </a:lnTo>
                  <a:lnTo>
                    <a:pt x="1178629" y="648720"/>
                  </a:lnTo>
                  <a:lnTo>
                    <a:pt x="598566" y="648720"/>
                  </a:lnTo>
                  <a:lnTo>
                    <a:pt x="566688" y="642284"/>
                  </a:lnTo>
                  <a:lnTo>
                    <a:pt x="540656" y="624733"/>
                  </a:lnTo>
                  <a:lnTo>
                    <a:pt x="523104" y="598700"/>
                  </a:lnTo>
                  <a:lnTo>
                    <a:pt x="516668" y="566822"/>
                  </a:lnTo>
                  <a:lnTo>
                    <a:pt x="51666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5b92c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323640" y="-210240"/>
            <a:ext cx="7636680" cy="1188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3200" bIns="0" anchor="ctr">
            <a:noAutofit/>
          </a:bodyPr>
          <a:p>
            <a:pPr marL="12600" indent="172080">
              <a:lnSpc>
                <a:spcPct val="100000"/>
              </a:lnSpc>
              <a:spcBef>
                <a:spcPts val="340"/>
              </a:spcBef>
              <a:tabLst>
                <a:tab algn="l" pos="0"/>
              </a:tabLst>
            </a:pPr>
            <a:r>
              <a:rPr b="0" lang="en-US" sz="3000" spc="-7" strike="noStrike">
                <a:solidFill>
                  <a:srgbClr val="000000"/>
                </a:solidFill>
                <a:latin typeface="Arial"/>
                <a:ea typeface="MS PGothic"/>
              </a:rPr>
              <a:t>Versões 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  <a:ea typeface="MS PGothic"/>
              </a:rPr>
              <a:t>de </a:t>
            </a:r>
            <a:r>
              <a:rPr b="0" lang="en-US" sz="3000" spc="-7" strike="noStrike">
                <a:solidFill>
                  <a:srgbClr val="000000"/>
                </a:solidFill>
                <a:latin typeface="Arial"/>
                <a:ea typeface="MS PGothic"/>
              </a:rPr>
              <a:t>rascunho podem ser  combinadas (operação 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  <a:ea typeface="MS PGothic"/>
              </a:rPr>
              <a:t>de</a:t>
            </a:r>
            <a:r>
              <a:rPr b="0" lang="en-US" sz="3000" spc="-12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i="1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merge</a:t>
            </a:r>
            <a:r>
              <a:rPr b="0" lang="en-US" sz="3000" spc="-7" strike="noStrike">
                <a:solidFill>
                  <a:srgbClr val="000000"/>
                </a:solidFill>
                <a:latin typeface="Arial"/>
                <a:ea typeface="MS PGothic"/>
              </a:rPr>
              <a:t>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98" name="object 12"/>
          <p:cNvGrpSpPr/>
          <p:nvPr/>
        </p:nvGrpSpPr>
        <p:grpSpPr>
          <a:xfrm>
            <a:off x="-31680" y="2936880"/>
            <a:ext cx="9143640" cy="3129480"/>
            <a:chOff x="-31680" y="2936880"/>
            <a:chExt cx="9143640" cy="3129480"/>
          </a:xfrm>
        </p:grpSpPr>
        <p:sp>
          <p:nvSpPr>
            <p:cNvPr id="399" name="object 13"/>
            <p:cNvSpPr/>
            <p:nvPr/>
          </p:nvSpPr>
          <p:spPr>
            <a:xfrm>
              <a:off x="2229480" y="2936880"/>
              <a:ext cx="2472840" cy="244764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0" name="object 14"/>
            <p:cNvSpPr/>
            <p:nvPr/>
          </p:nvSpPr>
          <p:spPr>
            <a:xfrm>
              <a:off x="43200" y="2936880"/>
              <a:ext cx="2472840" cy="24476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1" name="object 15"/>
            <p:cNvSpPr/>
            <p:nvPr/>
          </p:nvSpPr>
          <p:spPr>
            <a:xfrm>
              <a:off x="4411440" y="2936880"/>
              <a:ext cx="2472840" cy="24476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2" name="object 16"/>
            <p:cNvSpPr/>
            <p:nvPr/>
          </p:nvSpPr>
          <p:spPr>
            <a:xfrm>
              <a:off x="6597720" y="2936880"/>
              <a:ext cx="2472840" cy="2447640"/>
            </a:xfrm>
            <a:prstGeom prst="rect">
              <a:avLst/>
            </a:pr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3" name="object 17"/>
            <p:cNvSpPr/>
            <p:nvPr/>
          </p:nvSpPr>
          <p:spPr>
            <a:xfrm>
              <a:off x="-31680" y="5090040"/>
              <a:ext cx="9143640" cy="976320"/>
            </a:xfrm>
            <a:prstGeom prst="rect">
              <a:avLst/>
            </a:pr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4" name="object 18"/>
            <p:cNvSpPr/>
            <p:nvPr/>
          </p:nvSpPr>
          <p:spPr>
            <a:xfrm>
              <a:off x="-31680" y="5122080"/>
              <a:ext cx="9143640" cy="863640"/>
            </a:xfrm>
            <a:prstGeom prst="rect">
              <a:avLst/>
            </a:pr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5" name="object 19"/>
            <p:cNvSpPr/>
            <p:nvPr/>
          </p:nvSpPr>
          <p:spPr>
            <a:xfrm>
              <a:off x="-31680" y="5122080"/>
              <a:ext cx="9143640" cy="864000"/>
            </a:xfrm>
            <a:custGeom>
              <a:avLst/>
              <a:gdLst/>
              <a:ahLst/>
              <a:rect l="l" t="t" r="r" b="b"/>
              <a:pathLst>
                <a:path w="9144000" h="864235">
                  <a:moveTo>
                    <a:pt x="0" y="216023"/>
                  </a:moveTo>
                  <a:lnTo>
                    <a:pt x="8711943" y="216023"/>
                  </a:lnTo>
                  <a:lnTo>
                    <a:pt x="8711943" y="0"/>
                  </a:lnTo>
                  <a:lnTo>
                    <a:pt x="9143993" y="432047"/>
                  </a:lnTo>
                  <a:lnTo>
                    <a:pt x="8711943" y="864095"/>
                  </a:lnTo>
                  <a:lnTo>
                    <a:pt x="8711943" y="648071"/>
                  </a:lnTo>
                  <a:lnTo>
                    <a:pt x="0" y="648071"/>
                  </a:lnTo>
                  <a:lnTo>
                    <a:pt x="216023" y="432047"/>
                  </a:lnTo>
                  <a:lnTo>
                    <a:pt x="0" y="216023"/>
                  </a:lnTo>
                  <a:close/>
                </a:path>
              </a:pathLst>
            </a:custGeom>
            <a:noFill/>
            <a:ln w="9524">
              <a:solidFill>
                <a:srgbClr val="5b92c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06" name="object 20"/>
          <p:cNvSpPr/>
          <p:nvPr/>
        </p:nvSpPr>
        <p:spPr>
          <a:xfrm>
            <a:off x="1535040" y="1124640"/>
            <a:ext cx="1221480" cy="120924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object 21"/>
          <p:cNvSpPr/>
          <p:nvPr/>
        </p:nvSpPr>
        <p:spPr>
          <a:xfrm>
            <a:off x="1845360" y="2274840"/>
            <a:ext cx="52092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João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08" name="object 22"/>
          <p:cNvSpPr/>
          <p:nvPr/>
        </p:nvSpPr>
        <p:spPr>
          <a:xfrm>
            <a:off x="3912480" y="1124640"/>
            <a:ext cx="1221480" cy="120924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9" name="object 23"/>
          <p:cNvSpPr/>
          <p:nvPr/>
        </p:nvSpPr>
        <p:spPr>
          <a:xfrm>
            <a:off x="4217040" y="2274840"/>
            <a:ext cx="59724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Maria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10" name="object 24"/>
          <p:cNvSpPr/>
          <p:nvPr/>
        </p:nvSpPr>
        <p:spPr>
          <a:xfrm>
            <a:off x="6360840" y="1124640"/>
            <a:ext cx="1221480" cy="120924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object 25"/>
          <p:cNvSpPr/>
          <p:nvPr/>
        </p:nvSpPr>
        <p:spPr>
          <a:xfrm>
            <a:off x="6698520" y="2274840"/>
            <a:ext cx="63540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Pedro</a:t>
            </a:r>
            <a:endParaRPr b="0" lang="pt-BR" sz="1800" spc="-1" strike="noStrike">
              <a:latin typeface="Arial"/>
            </a:endParaRPr>
          </a:p>
        </p:txBody>
      </p:sp>
      <p:grpSp>
        <p:nvGrpSpPr>
          <p:cNvPr id="412" name="object 26"/>
          <p:cNvGrpSpPr/>
          <p:nvPr/>
        </p:nvGrpSpPr>
        <p:grpSpPr>
          <a:xfrm>
            <a:off x="2690640" y="1640160"/>
            <a:ext cx="968040" cy="914040"/>
            <a:chOff x="2690640" y="1640160"/>
            <a:chExt cx="968040" cy="914040"/>
          </a:xfrm>
        </p:grpSpPr>
        <p:sp>
          <p:nvSpPr>
            <p:cNvPr id="413" name="object 27"/>
            <p:cNvSpPr/>
            <p:nvPr/>
          </p:nvSpPr>
          <p:spPr>
            <a:xfrm>
              <a:off x="2690640" y="1640160"/>
              <a:ext cx="968040" cy="914040"/>
            </a:xfrm>
            <a:prstGeom prst="rect">
              <a:avLst/>
            </a:prstGeom>
            <a:blipFill rotWithShape="0">
              <a:blip r:embed="rId1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4" name="object 28"/>
            <p:cNvSpPr/>
            <p:nvPr/>
          </p:nvSpPr>
          <p:spPr>
            <a:xfrm>
              <a:off x="2739960" y="1665720"/>
              <a:ext cx="868320" cy="813600"/>
            </a:xfrm>
            <a:prstGeom prst="rect">
              <a:avLst/>
            </a:prstGeom>
            <a:blipFill rotWithShape="0">
              <a:blip r:embed="rId1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5" name="object 29"/>
            <p:cNvSpPr/>
            <p:nvPr/>
          </p:nvSpPr>
          <p:spPr>
            <a:xfrm>
              <a:off x="2739960" y="1665720"/>
              <a:ext cx="868320" cy="813600"/>
            </a:xfrm>
            <a:custGeom>
              <a:avLst/>
              <a:gdLst/>
              <a:ahLst/>
              <a:rect l="l" t="t" r="r" b="b"/>
              <a:pathLst>
                <a:path w="868679" h="814069">
                  <a:moveTo>
                    <a:pt x="0" y="0"/>
                  </a:moveTo>
                  <a:lnTo>
                    <a:pt x="410907" y="0"/>
                  </a:lnTo>
                  <a:lnTo>
                    <a:pt x="459220" y="3250"/>
                  </a:lnTo>
                  <a:lnTo>
                    <a:pt x="505558" y="12718"/>
                  </a:lnTo>
                  <a:lnTo>
                    <a:pt x="549496" y="27979"/>
                  </a:lnTo>
                  <a:lnTo>
                    <a:pt x="590610" y="48610"/>
                  </a:lnTo>
                  <a:lnTo>
                    <a:pt x="628475" y="74186"/>
                  </a:lnTo>
                  <a:lnTo>
                    <a:pt x="662669" y="104283"/>
                  </a:lnTo>
                  <a:lnTo>
                    <a:pt x="692765" y="138476"/>
                  </a:lnTo>
                  <a:lnTo>
                    <a:pt x="718341" y="176342"/>
                  </a:lnTo>
                  <a:lnTo>
                    <a:pt x="738972" y="217456"/>
                  </a:lnTo>
                  <a:lnTo>
                    <a:pt x="754234" y="261394"/>
                  </a:lnTo>
                  <a:lnTo>
                    <a:pt x="763702" y="307731"/>
                  </a:lnTo>
                  <a:lnTo>
                    <a:pt x="766952" y="356044"/>
                  </a:lnTo>
                  <a:lnTo>
                    <a:pt x="766952" y="610361"/>
                  </a:lnTo>
                  <a:lnTo>
                    <a:pt x="868679" y="610361"/>
                  </a:lnTo>
                  <a:lnTo>
                    <a:pt x="665225" y="813815"/>
                  </a:lnTo>
                  <a:lnTo>
                    <a:pt x="461771" y="610361"/>
                  </a:lnTo>
                  <a:lnTo>
                    <a:pt x="563498" y="610361"/>
                  </a:lnTo>
                  <a:lnTo>
                    <a:pt x="563498" y="356044"/>
                  </a:lnTo>
                  <a:lnTo>
                    <a:pt x="555719" y="307814"/>
                  </a:lnTo>
                  <a:lnTo>
                    <a:pt x="534057" y="265926"/>
                  </a:lnTo>
                  <a:lnTo>
                    <a:pt x="501026" y="232895"/>
                  </a:lnTo>
                  <a:lnTo>
                    <a:pt x="459138" y="211233"/>
                  </a:lnTo>
                  <a:lnTo>
                    <a:pt x="410907" y="203453"/>
                  </a:lnTo>
                  <a:lnTo>
                    <a:pt x="0" y="20345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5b92c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16" name="object 30"/>
          <p:cNvGrpSpPr/>
          <p:nvPr/>
        </p:nvGrpSpPr>
        <p:grpSpPr>
          <a:xfrm>
            <a:off x="5064120" y="1640160"/>
            <a:ext cx="972360" cy="914040"/>
            <a:chOff x="5064120" y="1640160"/>
            <a:chExt cx="972360" cy="914040"/>
          </a:xfrm>
        </p:grpSpPr>
        <p:sp>
          <p:nvSpPr>
            <p:cNvPr id="417" name="object 31"/>
            <p:cNvSpPr/>
            <p:nvPr/>
          </p:nvSpPr>
          <p:spPr>
            <a:xfrm>
              <a:off x="5064120" y="1640160"/>
              <a:ext cx="972360" cy="914040"/>
            </a:xfrm>
            <a:prstGeom prst="rect">
              <a:avLst/>
            </a:prstGeom>
            <a:blipFill rotWithShape="0">
              <a:blip r:embed="rId1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8" name="object 32"/>
            <p:cNvSpPr/>
            <p:nvPr/>
          </p:nvSpPr>
          <p:spPr>
            <a:xfrm>
              <a:off x="5116320" y="1665720"/>
              <a:ext cx="868320" cy="813600"/>
            </a:xfrm>
            <a:prstGeom prst="rect">
              <a:avLst/>
            </a:prstGeom>
            <a:blipFill rotWithShape="0">
              <a:blip r:embed="rId1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9" name="object 33"/>
            <p:cNvSpPr/>
            <p:nvPr/>
          </p:nvSpPr>
          <p:spPr>
            <a:xfrm>
              <a:off x="5116320" y="1665720"/>
              <a:ext cx="868320" cy="813600"/>
            </a:xfrm>
            <a:custGeom>
              <a:avLst/>
              <a:gdLst/>
              <a:ahLst/>
              <a:rect l="l" t="t" r="r" b="b"/>
              <a:pathLst>
                <a:path w="868679" h="814069">
                  <a:moveTo>
                    <a:pt x="0" y="0"/>
                  </a:moveTo>
                  <a:lnTo>
                    <a:pt x="410907" y="0"/>
                  </a:lnTo>
                  <a:lnTo>
                    <a:pt x="459220" y="3250"/>
                  </a:lnTo>
                  <a:lnTo>
                    <a:pt x="505558" y="12718"/>
                  </a:lnTo>
                  <a:lnTo>
                    <a:pt x="549496" y="27979"/>
                  </a:lnTo>
                  <a:lnTo>
                    <a:pt x="590610" y="48610"/>
                  </a:lnTo>
                  <a:lnTo>
                    <a:pt x="628475" y="74186"/>
                  </a:lnTo>
                  <a:lnTo>
                    <a:pt x="662669" y="104283"/>
                  </a:lnTo>
                  <a:lnTo>
                    <a:pt x="692765" y="138476"/>
                  </a:lnTo>
                  <a:lnTo>
                    <a:pt x="718341" y="176342"/>
                  </a:lnTo>
                  <a:lnTo>
                    <a:pt x="738972" y="217456"/>
                  </a:lnTo>
                  <a:lnTo>
                    <a:pt x="754234" y="261394"/>
                  </a:lnTo>
                  <a:lnTo>
                    <a:pt x="763702" y="307731"/>
                  </a:lnTo>
                  <a:lnTo>
                    <a:pt x="766952" y="356044"/>
                  </a:lnTo>
                  <a:lnTo>
                    <a:pt x="766952" y="610361"/>
                  </a:lnTo>
                  <a:lnTo>
                    <a:pt x="868679" y="610361"/>
                  </a:lnTo>
                  <a:lnTo>
                    <a:pt x="665225" y="813815"/>
                  </a:lnTo>
                  <a:lnTo>
                    <a:pt x="461771" y="610361"/>
                  </a:lnTo>
                  <a:lnTo>
                    <a:pt x="563498" y="610361"/>
                  </a:lnTo>
                  <a:lnTo>
                    <a:pt x="563498" y="356044"/>
                  </a:lnTo>
                  <a:lnTo>
                    <a:pt x="555719" y="307814"/>
                  </a:lnTo>
                  <a:lnTo>
                    <a:pt x="534057" y="265926"/>
                  </a:lnTo>
                  <a:lnTo>
                    <a:pt x="501026" y="232895"/>
                  </a:lnTo>
                  <a:lnTo>
                    <a:pt x="459138" y="211233"/>
                  </a:lnTo>
                  <a:lnTo>
                    <a:pt x="410907" y="203453"/>
                  </a:lnTo>
                  <a:lnTo>
                    <a:pt x="0" y="20345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5b92c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20" name="object 34"/>
          <p:cNvGrpSpPr/>
          <p:nvPr/>
        </p:nvGrpSpPr>
        <p:grpSpPr>
          <a:xfrm>
            <a:off x="7512120" y="1640160"/>
            <a:ext cx="972360" cy="914040"/>
            <a:chOff x="7512120" y="1640160"/>
            <a:chExt cx="972360" cy="914040"/>
          </a:xfrm>
        </p:grpSpPr>
        <p:sp>
          <p:nvSpPr>
            <p:cNvPr id="421" name="object 35"/>
            <p:cNvSpPr/>
            <p:nvPr/>
          </p:nvSpPr>
          <p:spPr>
            <a:xfrm>
              <a:off x="7512120" y="1640160"/>
              <a:ext cx="972360" cy="914040"/>
            </a:xfrm>
            <a:prstGeom prst="rect">
              <a:avLst/>
            </a:prstGeom>
            <a:blipFill rotWithShape="0">
              <a:blip r:embed="rId1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2" name="object 36"/>
            <p:cNvSpPr/>
            <p:nvPr/>
          </p:nvSpPr>
          <p:spPr>
            <a:xfrm>
              <a:off x="7564680" y="1665720"/>
              <a:ext cx="868320" cy="813600"/>
            </a:xfrm>
            <a:prstGeom prst="rect">
              <a:avLst/>
            </a:prstGeom>
            <a:blipFill rotWithShape="0">
              <a:blip r:embed="rId1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3" name="object 37"/>
            <p:cNvSpPr/>
            <p:nvPr/>
          </p:nvSpPr>
          <p:spPr>
            <a:xfrm>
              <a:off x="7564680" y="1665720"/>
              <a:ext cx="868320" cy="813600"/>
            </a:xfrm>
            <a:custGeom>
              <a:avLst/>
              <a:gdLst/>
              <a:ahLst/>
              <a:rect l="l" t="t" r="r" b="b"/>
              <a:pathLst>
                <a:path w="868679" h="814069">
                  <a:moveTo>
                    <a:pt x="0" y="0"/>
                  </a:moveTo>
                  <a:lnTo>
                    <a:pt x="410906" y="0"/>
                  </a:lnTo>
                  <a:lnTo>
                    <a:pt x="459220" y="3250"/>
                  </a:lnTo>
                  <a:lnTo>
                    <a:pt x="505557" y="12718"/>
                  </a:lnTo>
                  <a:lnTo>
                    <a:pt x="549495" y="27979"/>
                  </a:lnTo>
                  <a:lnTo>
                    <a:pt x="590609" y="48610"/>
                  </a:lnTo>
                  <a:lnTo>
                    <a:pt x="628475" y="74186"/>
                  </a:lnTo>
                  <a:lnTo>
                    <a:pt x="662668" y="104283"/>
                  </a:lnTo>
                  <a:lnTo>
                    <a:pt x="692765" y="138476"/>
                  </a:lnTo>
                  <a:lnTo>
                    <a:pt x="718341" y="176342"/>
                  </a:lnTo>
                  <a:lnTo>
                    <a:pt x="738971" y="217456"/>
                  </a:lnTo>
                  <a:lnTo>
                    <a:pt x="754233" y="261394"/>
                  </a:lnTo>
                  <a:lnTo>
                    <a:pt x="763701" y="307731"/>
                  </a:lnTo>
                  <a:lnTo>
                    <a:pt x="766951" y="356044"/>
                  </a:lnTo>
                  <a:lnTo>
                    <a:pt x="766951" y="610361"/>
                  </a:lnTo>
                  <a:lnTo>
                    <a:pt x="868678" y="610361"/>
                  </a:lnTo>
                  <a:lnTo>
                    <a:pt x="665224" y="813815"/>
                  </a:lnTo>
                  <a:lnTo>
                    <a:pt x="461771" y="610361"/>
                  </a:lnTo>
                  <a:lnTo>
                    <a:pt x="563498" y="610361"/>
                  </a:lnTo>
                  <a:lnTo>
                    <a:pt x="563498" y="356044"/>
                  </a:lnTo>
                  <a:lnTo>
                    <a:pt x="555719" y="307814"/>
                  </a:lnTo>
                  <a:lnTo>
                    <a:pt x="534057" y="265926"/>
                  </a:lnTo>
                  <a:lnTo>
                    <a:pt x="501025" y="232895"/>
                  </a:lnTo>
                  <a:lnTo>
                    <a:pt x="459137" y="211233"/>
                  </a:lnTo>
                  <a:lnTo>
                    <a:pt x="410906" y="203453"/>
                  </a:lnTo>
                  <a:lnTo>
                    <a:pt x="0" y="20345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5b92c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24" name="object 38"/>
          <p:cNvSpPr/>
          <p:nvPr/>
        </p:nvSpPr>
        <p:spPr>
          <a:xfrm>
            <a:off x="3970800" y="5371200"/>
            <a:ext cx="96552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Revisões</a:t>
            </a: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539640" y="-219240"/>
            <a:ext cx="528300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Versões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MS PGothic"/>
              </a:rPr>
              <a:t>no </a:t>
            </a: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mundo</a:t>
            </a:r>
            <a:r>
              <a:rPr b="0" lang="en-US" sz="3600" spc="-41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real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object 12"/>
          <p:cNvSpPr/>
          <p:nvPr/>
        </p:nvSpPr>
        <p:spPr>
          <a:xfrm>
            <a:off x="251640" y="1124640"/>
            <a:ext cx="7896600" cy="99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3120" bIns="0" anchor="t">
            <a:spAutoFit/>
          </a:bodyPr>
          <a:p>
            <a:pPr marL="355680" indent="-343080">
              <a:lnSpc>
                <a:spcPts val="3801"/>
              </a:lnSpc>
              <a:spcBef>
                <a:spcPts val="261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S PGothic"/>
              </a:rPr>
              <a:t>Inﬁnidade de </a:t>
            </a:r>
            <a:r>
              <a:rPr b="0" lang="en-US" sz="3200" spc="-7" strike="noStrike">
                <a:solidFill>
                  <a:srgbClr val="000000"/>
                </a:solidFill>
                <a:latin typeface="Calibri"/>
                <a:ea typeface="MS PGothic"/>
              </a:rPr>
              <a:t>revisões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S PGothic"/>
              </a:rPr>
              <a:t>e </a:t>
            </a:r>
            <a:r>
              <a:rPr b="0" lang="en-US" sz="3200" spc="-7" strike="noStrike">
                <a:solidFill>
                  <a:srgbClr val="000000"/>
                </a:solidFill>
                <a:latin typeface="Calibri"/>
                <a:ea typeface="MS PGothic"/>
              </a:rPr>
              <a:t>variantes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S PGothic"/>
              </a:rPr>
              <a:t>juntas </a:t>
            </a:r>
            <a:r>
              <a:rPr b="0" lang="en-US" sz="3200" spc="-7" strike="noStrike">
                <a:solidFill>
                  <a:srgbClr val="000000"/>
                </a:solidFill>
                <a:latin typeface="Calibri"/>
                <a:ea typeface="MS PGothic"/>
              </a:rPr>
              <a:t>(sem  contar versões rascunho)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427" name="object 13"/>
          <p:cNvSpPr/>
          <p:nvPr/>
        </p:nvSpPr>
        <p:spPr>
          <a:xfrm>
            <a:off x="1115640" y="2261880"/>
            <a:ext cx="6984360" cy="33544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8" name="object 14"/>
          <p:cNvSpPr/>
          <p:nvPr/>
        </p:nvSpPr>
        <p:spPr>
          <a:xfrm>
            <a:off x="4002840" y="5577480"/>
            <a:ext cx="158760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Histórico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do</a:t>
            </a:r>
            <a:r>
              <a:rPr b="0" lang="en-US" sz="1800" spc="-41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Git</a:t>
            </a: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611640" y="-210240"/>
            <a:ext cx="644472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  <a:ea typeface="MS PGothic"/>
              </a:rPr>
              <a:t>Mas aﬁnal, </a:t>
            </a:r>
            <a:r>
              <a:rPr b="0" lang="en-US" sz="3000" spc="-7" strike="noStrike">
                <a:solidFill>
                  <a:srgbClr val="000000"/>
                </a:solidFill>
                <a:latin typeface="Arial"/>
                <a:ea typeface="MS PGothic"/>
              </a:rPr>
              <a:t>para 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  <a:ea typeface="MS PGothic"/>
              </a:rPr>
              <a:t>que</a:t>
            </a:r>
            <a:r>
              <a:rPr b="0" lang="en-US" sz="3000" spc="-60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3000" spc="-7" strike="noStrike">
                <a:solidFill>
                  <a:srgbClr val="000000"/>
                </a:solidFill>
                <a:latin typeface="Arial"/>
                <a:ea typeface="MS PGothic"/>
              </a:rPr>
              <a:t>servem</a:t>
            </a:r>
            <a:r>
              <a:rPr b="0" lang="x-none" sz="3000" spc="-7" strike="noStrike">
                <a:solidFill>
                  <a:srgbClr val="000000"/>
                </a:solidFill>
                <a:latin typeface="Arial"/>
                <a:ea typeface="MS PGothic"/>
              </a:rPr>
              <a:t> versões?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object 12"/>
          <p:cNvSpPr/>
          <p:nvPr/>
        </p:nvSpPr>
        <p:spPr>
          <a:xfrm>
            <a:off x="797760" y="1208880"/>
            <a:ext cx="7806240" cy="44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>
              <a:lnSpc>
                <a:spcPts val="3560"/>
              </a:lnSpc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Sincronizar</a:t>
            </a:r>
            <a:r>
              <a:rPr b="0" lang="en-US" sz="3000" spc="-1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MS PGothic"/>
              </a:rPr>
              <a:t>equipes</a:t>
            </a:r>
            <a:endParaRPr b="0" lang="pt-BR" sz="30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Reproduzir conﬁgurações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MS PGothic"/>
              </a:rPr>
              <a:t>passadas</a:t>
            </a:r>
            <a:endParaRPr b="0" lang="pt-BR" sz="30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Explorar</a:t>
            </a:r>
            <a:r>
              <a:rPr b="0" lang="en-US" sz="3000" spc="-1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possibilidades</a:t>
            </a:r>
            <a:endParaRPr b="0" lang="pt-BR" sz="30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Segregar</a:t>
            </a:r>
            <a:r>
              <a:rPr b="0" lang="en-US" sz="3000" spc="-1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desenvolvedores</a:t>
            </a:r>
            <a:endParaRPr b="0" lang="pt-BR" sz="30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Customizar produtos</a:t>
            </a:r>
            <a:r>
              <a:rPr b="0" lang="en-US" sz="3000" spc="-15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(LPS)</a:t>
            </a:r>
            <a:endParaRPr b="0" lang="pt-BR" sz="30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Rastrear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MS PGothic"/>
              </a:rPr>
              <a:t>a </a:t>
            </a: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introdução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MS PGothic"/>
              </a:rPr>
              <a:t>de bugs</a:t>
            </a:r>
            <a:r>
              <a:rPr b="0" lang="en-US" sz="3000" spc="9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(bisect)</a:t>
            </a:r>
            <a:endParaRPr b="0" lang="pt-BR" sz="30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Entender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MS PGothic"/>
              </a:rPr>
              <a:t>a </a:t>
            </a: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evolução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MS PGothic"/>
              </a:rPr>
              <a:t>de </a:t>
            </a:r>
            <a:r>
              <a:rPr b="0" lang="en-US" sz="3000" spc="24" strike="noStrike">
                <a:solidFill>
                  <a:srgbClr val="000000"/>
                </a:solidFill>
                <a:latin typeface="Calibri"/>
                <a:ea typeface="MS PGothic"/>
              </a:rPr>
              <a:t>so</a:t>
            </a:r>
            <a:r>
              <a:rPr b="0" lang="x-none" sz="3000" spc="24" strike="noStrike">
                <a:solidFill>
                  <a:srgbClr val="000000"/>
                </a:solidFill>
                <a:latin typeface="Calibri"/>
                <a:ea typeface="MS PGothic"/>
              </a:rPr>
              <a:t>ft</a:t>
            </a:r>
            <a:r>
              <a:rPr b="0" lang="en-US" sz="3000" spc="24" strike="noStrike">
                <a:solidFill>
                  <a:srgbClr val="000000"/>
                </a:solidFill>
                <a:latin typeface="Calibri"/>
                <a:ea typeface="MS PGothic"/>
              </a:rPr>
              <a:t>ware</a:t>
            </a:r>
            <a:r>
              <a:rPr b="0" lang="en-US" sz="3000" spc="1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(MSR)</a:t>
            </a:r>
            <a:endParaRPr b="0" lang="pt-BR" sz="30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MS PGothic"/>
              </a:rPr>
              <a:t>Auditar </a:t>
            </a: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mudanças</a:t>
            </a:r>
            <a:r>
              <a:rPr b="0" lang="en-US" sz="3000" spc="-1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(annotate)</a:t>
            </a:r>
            <a:endParaRPr b="0" lang="pt-BR" sz="30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Etc.</a:t>
            </a:r>
            <a:endParaRPr b="0" lang="pt-BR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611640" y="-114480"/>
            <a:ext cx="455400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Controle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MS PGothic"/>
              </a:rPr>
              <a:t>de</a:t>
            </a:r>
            <a:r>
              <a:rPr b="0" lang="en-US" sz="3600" spc="-52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versões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32" name="object 12"/>
          <p:cNvGrpSpPr/>
          <p:nvPr/>
        </p:nvGrpSpPr>
        <p:grpSpPr>
          <a:xfrm>
            <a:off x="118080" y="980640"/>
            <a:ext cx="7419600" cy="4609800"/>
            <a:chOff x="118080" y="980640"/>
            <a:chExt cx="7419600" cy="4609800"/>
          </a:xfrm>
        </p:grpSpPr>
        <p:sp>
          <p:nvSpPr>
            <p:cNvPr id="433" name="object 13"/>
            <p:cNvSpPr/>
            <p:nvPr/>
          </p:nvSpPr>
          <p:spPr>
            <a:xfrm>
              <a:off x="118080" y="2409480"/>
              <a:ext cx="1704600" cy="145692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4" name="object 14"/>
            <p:cNvSpPr/>
            <p:nvPr/>
          </p:nvSpPr>
          <p:spPr>
            <a:xfrm>
              <a:off x="1823040" y="3018960"/>
              <a:ext cx="1571400" cy="1714320"/>
            </a:xfrm>
            <a:custGeom>
              <a:avLst/>
              <a:gdLst/>
              <a:ahLst/>
              <a:rect l="l" t="t" r="r" b="b"/>
              <a:pathLst>
                <a:path w="1571625" h="1714500">
                  <a:moveTo>
                    <a:pt x="0" y="0"/>
                  </a:moveTo>
                  <a:lnTo>
                    <a:pt x="42079" y="1620"/>
                  </a:lnTo>
                  <a:lnTo>
                    <a:pt x="84050" y="6404"/>
                  </a:lnTo>
                  <a:lnTo>
                    <a:pt x="125807" y="14234"/>
                  </a:lnTo>
                  <a:lnTo>
                    <a:pt x="167242" y="24992"/>
                  </a:lnTo>
                  <a:lnTo>
                    <a:pt x="208248" y="38562"/>
                  </a:lnTo>
                  <a:lnTo>
                    <a:pt x="248716" y="54827"/>
                  </a:lnTo>
                  <a:lnTo>
                    <a:pt x="288540" y="73669"/>
                  </a:lnTo>
                  <a:lnTo>
                    <a:pt x="327612" y="94972"/>
                  </a:lnTo>
                  <a:lnTo>
                    <a:pt x="365825" y="118617"/>
                  </a:lnTo>
                  <a:lnTo>
                    <a:pt x="403072" y="144488"/>
                  </a:lnTo>
                  <a:lnTo>
                    <a:pt x="439245" y="172469"/>
                  </a:lnTo>
                  <a:lnTo>
                    <a:pt x="474236" y="202440"/>
                  </a:lnTo>
                  <a:lnTo>
                    <a:pt x="507939" y="234286"/>
                  </a:lnTo>
                  <a:lnTo>
                    <a:pt x="540245" y="267890"/>
                  </a:lnTo>
                  <a:lnTo>
                    <a:pt x="571049" y="303134"/>
                  </a:lnTo>
                  <a:lnTo>
                    <a:pt x="600241" y="339900"/>
                  </a:lnTo>
                  <a:lnTo>
                    <a:pt x="627715" y="378073"/>
                  </a:lnTo>
                  <a:lnTo>
                    <a:pt x="653364" y="417534"/>
                  </a:lnTo>
                  <a:lnTo>
                    <a:pt x="677079" y="458166"/>
                  </a:lnTo>
                  <a:lnTo>
                    <a:pt x="698754" y="499853"/>
                  </a:lnTo>
                  <a:lnTo>
                    <a:pt x="718281" y="542478"/>
                  </a:lnTo>
                  <a:lnTo>
                    <a:pt x="735553" y="585922"/>
                  </a:lnTo>
                  <a:lnTo>
                    <a:pt x="750463" y="630069"/>
                  </a:lnTo>
                  <a:lnTo>
                    <a:pt x="762902" y="674802"/>
                  </a:lnTo>
                  <a:lnTo>
                    <a:pt x="772764" y="720004"/>
                  </a:lnTo>
                  <a:lnTo>
                    <a:pt x="779941" y="765557"/>
                  </a:lnTo>
                  <a:lnTo>
                    <a:pt x="784326" y="811344"/>
                  </a:lnTo>
                  <a:lnTo>
                    <a:pt x="785812" y="857249"/>
                  </a:lnTo>
                  <a:lnTo>
                    <a:pt x="787298" y="903154"/>
                  </a:lnTo>
                  <a:lnTo>
                    <a:pt x="791683" y="948942"/>
                  </a:lnTo>
                  <a:lnTo>
                    <a:pt x="798860" y="994495"/>
                  </a:lnTo>
                  <a:lnTo>
                    <a:pt x="808722" y="1039697"/>
                  </a:lnTo>
                  <a:lnTo>
                    <a:pt x="821161" y="1084430"/>
                  </a:lnTo>
                  <a:lnTo>
                    <a:pt x="836071" y="1128578"/>
                  </a:lnTo>
                  <a:lnTo>
                    <a:pt x="853343" y="1172022"/>
                  </a:lnTo>
                  <a:lnTo>
                    <a:pt x="872870" y="1214647"/>
                  </a:lnTo>
                  <a:lnTo>
                    <a:pt x="894545" y="1256334"/>
                  </a:lnTo>
                  <a:lnTo>
                    <a:pt x="918261" y="1296966"/>
                  </a:lnTo>
                  <a:lnTo>
                    <a:pt x="943909" y="1336427"/>
                  </a:lnTo>
                  <a:lnTo>
                    <a:pt x="971383" y="1374600"/>
                  </a:lnTo>
                  <a:lnTo>
                    <a:pt x="1000576" y="1411366"/>
                  </a:lnTo>
                  <a:lnTo>
                    <a:pt x="1031379" y="1446610"/>
                  </a:lnTo>
                  <a:lnTo>
                    <a:pt x="1063686" y="1480213"/>
                  </a:lnTo>
                  <a:lnTo>
                    <a:pt x="1097389" y="1512059"/>
                  </a:lnTo>
                  <a:lnTo>
                    <a:pt x="1132380" y="1542031"/>
                  </a:lnTo>
                  <a:lnTo>
                    <a:pt x="1168553" y="1570010"/>
                  </a:lnTo>
                  <a:lnTo>
                    <a:pt x="1205800" y="1595882"/>
                  </a:lnTo>
                  <a:lnTo>
                    <a:pt x="1244013" y="1619527"/>
                  </a:lnTo>
                  <a:lnTo>
                    <a:pt x="1283086" y="1640829"/>
                  </a:lnTo>
                  <a:lnTo>
                    <a:pt x="1322910" y="1659671"/>
                  </a:lnTo>
                  <a:lnTo>
                    <a:pt x="1363379" y="1675936"/>
                  </a:lnTo>
                  <a:lnTo>
                    <a:pt x="1404384" y="1689506"/>
                  </a:lnTo>
                  <a:lnTo>
                    <a:pt x="1445819" y="1700264"/>
                  </a:lnTo>
                  <a:lnTo>
                    <a:pt x="1487577" y="1708094"/>
                  </a:lnTo>
                  <a:lnTo>
                    <a:pt x="1529549" y="1712878"/>
                  </a:lnTo>
                  <a:lnTo>
                    <a:pt x="1571628" y="1714498"/>
                  </a:lnTo>
                </a:path>
              </a:pathLst>
            </a:custGeom>
            <a:noFill/>
            <a:ln w="25399">
              <a:solidFill>
                <a:srgbClr val="5b92c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5" name="object 15"/>
            <p:cNvSpPr/>
            <p:nvPr/>
          </p:nvSpPr>
          <p:spPr>
            <a:xfrm>
              <a:off x="2613600" y="1133280"/>
              <a:ext cx="1666440" cy="141876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6" name="object 16"/>
            <p:cNvSpPr/>
            <p:nvPr/>
          </p:nvSpPr>
          <p:spPr>
            <a:xfrm>
              <a:off x="3480480" y="3895200"/>
              <a:ext cx="1618920" cy="16952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7" name="object 17"/>
            <p:cNvSpPr/>
            <p:nvPr/>
          </p:nvSpPr>
          <p:spPr>
            <a:xfrm>
              <a:off x="3442320" y="2590560"/>
              <a:ext cx="809280" cy="1285560"/>
            </a:xfrm>
            <a:custGeom>
              <a:avLst/>
              <a:gdLst/>
              <a:ahLst/>
              <a:rect l="l" t="t" r="r" b="b"/>
              <a:pathLst>
                <a:path w="809625" h="1285875">
                  <a:moveTo>
                    <a:pt x="0" y="0"/>
                  </a:moveTo>
                  <a:lnTo>
                    <a:pt x="1839" y="53523"/>
                  </a:lnTo>
                  <a:lnTo>
                    <a:pt x="7218" y="106715"/>
                  </a:lnTo>
                  <a:lnTo>
                    <a:pt x="15930" y="159246"/>
                  </a:lnTo>
                  <a:lnTo>
                    <a:pt x="27764" y="210784"/>
                  </a:lnTo>
                  <a:lnTo>
                    <a:pt x="42514" y="261000"/>
                  </a:lnTo>
                  <a:lnTo>
                    <a:pt x="59972" y="309562"/>
                  </a:lnTo>
                  <a:lnTo>
                    <a:pt x="79928" y="356140"/>
                  </a:lnTo>
                  <a:lnTo>
                    <a:pt x="102174" y="400402"/>
                  </a:lnTo>
                  <a:lnTo>
                    <a:pt x="126503" y="442019"/>
                  </a:lnTo>
                  <a:lnTo>
                    <a:pt x="152706" y="480659"/>
                  </a:lnTo>
                  <a:lnTo>
                    <a:pt x="180576" y="515992"/>
                  </a:lnTo>
                  <a:lnTo>
                    <a:pt x="209902" y="547687"/>
                  </a:lnTo>
                  <a:lnTo>
                    <a:pt x="240478" y="575413"/>
                  </a:lnTo>
                  <a:lnTo>
                    <a:pt x="272096" y="598840"/>
                  </a:lnTo>
                  <a:lnTo>
                    <a:pt x="337621" y="631472"/>
                  </a:lnTo>
                  <a:lnTo>
                    <a:pt x="404812" y="642937"/>
                  </a:lnTo>
                  <a:lnTo>
                    <a:pt x="438512" y="645859"/>
                  </a:lnTo>
                  <a:lnTo>
                    <a:pt x="505078" y="668238"/>
                  </a:lnTo>
                  <a:lnTo>
                    <a:pt x="569146" y="710461"/>
                  </a:lnTo>
                  <a:lnTo>
                    <a:pt x="599722" y="738187"/>
                  </a:lnTo>
                  <a:lnTo>
                    <a:pt x="629048" y="769882"/>
                  </a:lnTo>
                  <a:lnTo>
                    <a:pt x="656917" y="805215"/>
                  </a:lnTo>
                  <a:lnTo>
                    <a:pt x="683120" y="843855"/>
                  </a:lnTo>
                  <a:lnTo>
                    <a:pt x="707449" y="885472"/>
                  </a:lnTo>
                  <a:lnTo>
                    <a:pt x="729696" y="929735"/>
                  </a:lnTo>
                  <a:lnTo>
                    <a:pt x="749652" y="976313"/>
                  </a:lnTo>
                  <a:lnTo>
                    <a:pt x="767109" y="1024875"/>
                  </a:lnTo>
                  <a:lnTo>
                    <a:pt x="781859" y="1075091"/>
                  </a:lnTo>
                  <a:lnTo>
                    <a:pt x="793694" y="1126630"/>
                  </a:lnTo>
                  <a:lnTo>
                    <a:pt x="802405" y="1179162"/>
                  </a:lnTo>
                  <a:lnTo>
                    <a:pt x="807785" y="1232355"/>
                  </a:lnTo>
                  <a:lnTo>
                    <a:pt x="809624" y="1285879"/>
                  </a:lnTo>
                </a:path>
              </a:pathLst>
            </a:custGeom>
            <a:noFill/>
            <a:ln w="25399">
              <a:solidFill>
                <a:srgbClr val="5b92c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8" name="object 18"/>
            <p:cNvSpPr/>
            <p:nvPr/>
          </p:nvSpPr>
          <p:spPr>
            <a:xfrm>
              <a:off x="5061600" y="980640"/>
              <a:ext cx="1714320" cy="1571400"/>
            </a:xfrm>
            <a:prstGeom prst="rect">
              <a:avLst/>
            </a:pr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9" name="object 19"/>
            <p:cNvSpPr/>
            <p:nvPr/>
          </p:nvSpPr>
          <p:spPr>
            <a:xfrm>
              <a:off x="4251960" y="2590560"/>
              <a:ext cx="1666440" cy="1285560"/>
            </a:xfrm>
            <a:custGeom>
              <a:avLst/>
              <a:gdLst/>
              <a:ahLst/>
              <a:rect l="l" t="t" r="r" b="b"/>
              <a:pathLst>
                <a:path w="1666875" h="1285875">
                  <a:moveTo>
                    <a:pt x="1666878" y="0"/>
                  </a:moveTo>
                  <a:lnTo>
                    <a:pt x="1664905" y="38555"/>
                  </a:lnTo>
                  <a:lnTo>
                    <a:pt x="1659091" y="76987"/>
                  </a:lnTo>
                  <a:lnTo>
                    <a:pt x="1649596" y="115173"/>
                  </a:lnTo>
                  <a:lnTo>
                    <a:pt x="1636581" y="152988"/>
                  </a:lnTo>
                  <a:lnTo>
                    <a:pt x="1620206" y="190309"/>
                  </a:lnTo>
                  <a:lnTo>
                    <a:pt x="1600630" y="227013"/>
                  </a:lnTo>
                  <a:lnTo>
                    <a:pt x="1578014" y="262976"/>
                  </a:lnTo>
                  <a:lnTo>
                    <a:pt x="1552517" y="298076"/>
                  </a:lnTo>
                  <a:lnTo>
                    <a:pt x="1524301" y="332187"/>
                  </a:lnTo>
                  <a:lnTo>
                    <a:pt x="1493523" y="365188"/>
                  </a:lnTo>
                  <a:lnTo>
                    <a:pt x="1460346" y="396954"/>
                  </a:lnTo>
                  <a:lnTo>
                    <a:pt x="1424928" y="427363"/>
                  </a:lnTo>
                  <a:lnTo>
                    <a:pt x="1387430" y="456290"/>
                  </a:lnTo>
                  <a:lnTo>
                    <a:pt x="1348012" y="483612"/>
                  </a:lnTo>
                  <a:lnTo>
                    <a:pt x="1306833" y="509206"/>
                  </a:lnTo>
                  <a:lnTo>
                    <a:pt x="1264055" y="532948"/>
                  </a:lnTo>
                  <a:lnTo>
                    <a:pt x="1219836" y="554716"/>
                  </a:lnTo>
                  <a:lnTo>
                    <a:pt x="1174337" y="574384"/>
                  </a:lnTo>
                  <a:lnTo>
                    <a:pt x="1127718" y="591831"/>
                  </a:lnTo>
                  <a:lnTo>
                    <a:pt x="1080138" y="606933"/>
                  </a:lnTo>
                  <a:lnTo>
                    <a:pt x="1031759" y="619565"/>
                  </a:lnTo>
                  <a:lnTo>
                    <a:pt x="982740" y="629605"/>
                  </a:lnTo>
                  <a:lnTo>
                    <a:pt x="933240" y="636929"/>
                  </a:lnTo>
                  <a:lnTo>
                    <a:pt x="883420" y="641415"/>
                  </a:lnTo>
                  <a:lnTo>
                    <a:pt x="833441" y="642937"/>
                  </a:lnTo>
                  <a:lnTo>
                    <a:pt x="783461" y="644460"/>
                  </a:lnTo>
                  <a:lnTo>
                    <a:pt x="733641" y="648945"/>
                  </a:lnTo>
                  <a:lnTo>
                    <a:pt x="684141" y="656269"/>
                  </a:lnTo>
                  <a:lnTo>
                    <a:pt x="635122" y="666309"/>
                  </a:lnTo>
                  <a:lnTo>
                    <a:pt x="586742" y="678942"/>
                  </a:lnTo>
                  <a:lnTo>
                    <a:pt x="539162" y="694043"/>
                  </a:lnTo>
                  <a:lnTo>
                    <a:pt x="492543" y="711490"/>
                  </a:lnTo>
                  <a:lnTo>
                    <a:pt x="447044" y="731158"/>
                  </a:lnTo>
                  <a:lnTo>
                    <a:pt x="402825" y="752926"/>
                  </a:lnTo>
                  <a:lnTo>
                    <a:pt x="360046" y="776668"/>
                  </a:lnTo>
                  <a:lnTo>
                    <a:pt x="318867" y="802262"/>
                  </a:lnTo>
                  <a:lnTo>
                    <a:pt x="279449" y="829584"/>
                  </a:lnTo>
                  <a:lnTo>
                    <a:pt x="241951" y="858512"/>
                  </a:lnTo>
                  <a:lnTo>
                    <a:pt x="206533" y="888920"/>
                  </a:lnTo>
                  <a:lnTo>
                    <a:pt x="173355" y="920687"/>
                  </a:lnTo>
                  <a:lnTo>
                    <a:pt x="142578" y="953687"/>
                  </a:lnTo>
                  <a:lnTo>
                    <a:pt x="114361" y="987799"/>
                  </a:lnTo>
                  <a:lnTo>
                    <a:pt x="88864" y="1022899"/>
                  </a:lnTo>
                  <a:lnTo>
                    <a:pt x="66248" y="1058862"/>
                  </a:lnTo>
                  <a:lnTo>
                    <a:pt x="46672" y="1095567"/>
                  </a:lnTo>
                  <a:lnTo>
                    <a:pt x="30297" y="1132888"/>
                  </a:lnTo>
                  <a:lnTo>
                    <a:pt x="17282" y="1170704"/>
                  </a:lnTo>
                  <a:lnTo>
                    <a:pt x="7787" y="1208890"/>
                  </a:lnTo>
                  <a:lnTo>
                    <a:pt x="1973" y="1247322"/>
                  </a:lnTo>
                  <a:lnTo>
                    <a:pt x="0" y="1285879"/>
                  </a:lnTo>
                </a:path>
              </a:pathLst>
            </a:custGeom>
            <a:noFill/>
            <a:ln w="25399">
              <a:solidFill>
                <a:srgbClr val="5b92c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0" name="object 20"/>
            <p:cNvSpPr/>
            <p:nvPr/>
          </p:nvSpPr>
          <p:spPr>
            <a:xfrm>
              <a:off x="5109120" y="3018960"/>
              <a:ext cx="2428560" cy="1714320"/>
            </a:xfrm>
            <a:custGeom>
              <a:avLst/>
              <a:gdLst/>
              <a:ahLst/>
              <a:rect l="l" t="t" r="r" b="b"/>
              <a:pathLst>
                <a:path w="2428875" h="1714500">
                  <a:moveTo>
                    <a:pt x="2428868" y="0"/>
                  </a:moveTo>
                  <a:lnTo>
                    <a:pt x="2376834" y="1039"/>
                  </a:lnTo>
                  <a:lnTo>
                    <a:pt x="2324886" y="4118"/>
                  </a:lnTo>
                  <a:lnTo>
                    <a:pt x="2273108" y="9177"/>
                  </a:lnTo>
                  <a:lnTo>
                    <a:pt x="2221585" y="16155"/>
                  </a:lnTo>
                  <a:lnTo>
                    <a:pt x="2170401" y="24992"/>
                  </a:lnTo>
                  <a:lnTo>
                    <a:pt x="2119643" y="35629"/>
                  </a:lnTo>
                  <a:lnTo>
                    <a:pt x="2069394" y="48005"/>
                  </a:lnTo>
                  <a:lnTo>
                    <a:pt x="2019740" y="62061"/>
                  </a:lnTo>
                  <a:lnTo>
                    <a:pt x="1970766" y="77737"/>
                  </a:lnTo>
                  <a:lnTo>
                    <a:pt x="1922557" y="94972"/>
                  </a:lnTo>
                  <a:lnTo>
                    <a:pt x="1875197" y="113706"/>
                  </a:lnTo>
                  <a:lnTo>
                    <a:pt x="1828772" y="133880"/>
                  </a:lnTo>
                  <a:lnTo>
                    <a:pt x="1783367" y="155434"/>
                  </a:lnTo>
                  <a:lnTo>
                    <a:pt x="1739067" y="178307"/>
                  </a:lnTo>
                  <a:lnTo>
                    <a:pt x="1695956" y="202440"/>
                  </a:lnTo>
                  <a:lnTo>
                    <a:pt x="1654120" y="227773"/>
                  </a:lnTo>
                  <a:lnTo>
                    <a:pt x="1613643" y="254245"/>
                  </a:lnTo>
                  <a:lnTo>
                    <a:pt x="1574611" y="281797"/>
                  </a:lnTo>
                  <a:lnTo>
                    <a:pt x="1537109" y="310369"/>
                  </a:lnTo>
                  <a:lnTo>
                    <a:pt x="1501221" y="339900"/>
                  </a:lnTo>
                  <a:lnTo>
                    <a:pt x="1467032" y="370331"/>
                  </a:lnTo>
                  <a:lnTo>
                    <a:pt x="1434628" y="401602"/>
                  </a:lnTo>
                  <a:lnTo>
                    <a:pt x="1404094" y="433653"/>
                  </a:lnTo>
                  <a:lnTo>
                    <a:pt x="1375514" y="466423"/>
                  </a:lnTo>
                  <a:lnTo>
                    <a:pt x="1348973" y="499853"/>
                  </a:lnTo>
                  <a:lnTo>
                    <a:pt x="1324557" y="533883"/>
                  </a:lnTo>
                  <a:lnTo>
                    <a:pt x="1302350" y="568453"/>
                  </a:lnTo>
                  <a:lnTo>
                    <a:pt x="1282437" y="603503"/>
                  </a:lnTo>
                  <a:lnTo>
                    <a:pt x="1264904" y="638973"/>
                  </a:lnTo>
                  <a:lnTo>
                    <a:pt x="1249835" y="674802"/>
                  </a:lnTo>
                  <a:lnTo>
                    <a:pt x="1237315" y="710932"/>
                  </a:lnTo>
                  <a:lnTo>
                    <a:pt x="1220264" y="783850"/>
                  </a:lnTo>
                  <a:lnTo>
                    <a:pt x="1214429" y="857249"/>
                  </a:lnTo>
                  <a:lnTo>
                    <a:pt x="1212956" y="893979"/>
                  </a:lnTo>
                  <a:lnTo>
                    <a:pt x="1208594" y="930648"/>
                  </a:lnTo>
                  <a:lnTo>
                    <a:pt x="1191542" y="1003567"/>
                  </a:lnTo>
                  <a:lnTo>
                    <a:pt x="1179022" y="1039697"/>
                  </a:lnTo>
                  <a:lnTo>
                    <a:pt x="1163953" y="1075527"/>
                  </a:lnTo>
                  <a:lnTo>
                    <a:pt x="1146420" y="1110997"/>
                  </a:lnTo>
                  <a:lnTo>
                    <a:pt x="1126508" y="1146046"/>
                  </a:lnTo>
                  <a:lnTo>
                    <a:pt x="1104301" y="1180616"/>
                  </a:lnTo>
                  <a:lnTo>
                    <a:pt x="1079885" y="1214647"/>
                  </a:lnTo>
                  <a:lnTo>
                    <a:pt x="1053344" y="1248077"/>
                  </a:lnTo>
                  <a:lnTo>
                    <a:pt x="1024764" y="1280847"/>
                  </a:lnTo>
                  <a:lnTo>
                    <a:pt x="994230" y="1312898"/>
                  </a:lnTo>
                  <a:lnTo>
                    <a:pt x="961826" y="1344169"/>
                  </a:lnTo>
                  <a:lnTo>
                    <a:pt x="927638" y="1374600"/>
                  </a:lnTo>
                  <a:lnTo>
                    <a:pt x="891750" y="1404131"/>
                  </a:lnTo>
                  <a:lnTo>
                    <a:pt x="854248" y="1432703"/>
                  </a:lnTo>
                  <a:lnTo>
                    <a:pt x="815216" y="1460254"/>
                  </a:lnTo>
                  <a:lnTo>
                    <a:pt x="774740" y="1486727"/>
                  </a:lnTo>
                  <a:lnTo>
                    <a:pt x="732904" y="1512059"/>
                  </a:lnTo>
                  <a:lnTo>
                    <a:pt x="689793" y="1536192"/>
                  </a:lnTo>
                  <a:lnTo>
                    <a:pt x="645493" y="1559065"/>
                  </a:lnTo>
                  <a:lnTo>
                    <a:pt x="600088" y="1580619"/>
                  </a:lnTo>
                  <a:lnTo>
                    <a:pt x="553664" y="1600792"/>
                  </a:lnTo>
                  <a:lnTo>
                    <a:pt x="506304" y="1619527"/>
                  </a:lnTo>
                  <a:lnTo>
                    <a:pt x="458096" y="1636762"/>
                  </a:lnTo>
                  <a:lnTo>
                    <a:pt x="409122" y="1652437"/>
                  </a:lnTo>
                  <a:lnTo>
                    <a:pt x="359469" y="1666493"/>
                  </a:lnTo>
                  <a:lnTo>
                    <a:pt x="309220" y="1678869"/>
                  </a:lnTo>
                  <a:lnTo>
                    <a:pt x="258462" y="1689506"/>
                  </a:lnTo>
                  <a:lnTo>
                    <a:pt x="207280" y="1698343"/>
                  </a:lnTo>
                  <a:lnTo>
                    <a:pt x="155757" y="1705321"/>
                  </a:lnTo>
                  <a:lnTo>
                    <a:pt x="103979" y="1710379"/>
                  </a:lnTo>
                  <a:lnTo>
                    <a:pt x="52032" y="1713459"/>
                  </a:lnTo>
                  <a:lnTo>
                    <a:pt x="0" y="1714498"/>
                  </a:lnTo>
                </a:path>
              </a:pathLst>
            </a:custGeom>
            <a:noFill/>
            <a:ln w="25399">
              <a:solidFill>
                <a:srgbClr val="5b92c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41" name="object 21"/>
          <p:cNvSpPr/>
          <p:nvPr/>
        </p:nvSpPr>
        <p:spPr>
          <a:xfrm>
            <a:off x="7614360" y="2257200"/>
            <a:ext cx="1638000" cy="157140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object 22"/>
          <p:cNvSpPr/>
          <p:nvPr/>
        </p:nvSpPr>
        <p:spPr>
          <a:xfrm>
            <a:off x="318960" y="4741560"/>
            <a:ext cx="194832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320" bIns="0" anchor="t">
            <a:spAutoFit/>
          </a:bodyPr>
          <a:p>
            <a:pPr marL="23400" indent="1440">
              <a:lnSpc>
                <a:spcPct val="129000"/>
              </a:lnSpc>
              <a:spcBef>
                <a:spcPts val="34"/>
              </a:spcBef>
              <a:tabLst>
                <a:tab algn="l" pos="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MS PGothic"/>
              </a:rPr>
              <a:t>Topologia? Consulta?</a:t>
            </a: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467640" y="-202680"/>
            <a:ext cx="226224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Topologia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4" name="Picture 52" descr=""/>
          <p:cNvPicPr/>
          <p:nvPr/>
        </p:nvPicPr>
        <p:blipFill>
          <a:blip r:embed="rId1"/>
          <a:stretch/>
        </p:blipFill>
        <p:spPr>
          <a:xfrm>
            <a:off x="2843640" y="1008000"/>
            <a:ext cx="3183480" cy="47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539640" y="-221040"/>
            <a:ext cx="200700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Consulta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6" name="Picture 34" descr=""/>
          <p:cNvPicPr/>
          <p:nvPr/>
        </p:nvPicPr>
        <p:blipFill>
          <a:blip r:embed="rId1"/>
          <a:stretch/>
        </p:blipFill>
        <p:spPr>
          <a:xfrm>
            <a:off x="395640" y="1196640"/>
            <a:ext cx="8424720" cy="472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539640" y="-114480"/>
            <a:ext cx="200700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Consulta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8" name="Picture 34" descr=""/>
          <p:cNvPicPr/>
          <p:nvPr/>
        </p:nvPicPr>
        <p:blipFill>
          <a:blip r:embed="rId1"/>
          <a:stretch/>
        </p:blipFill>
        <p:spPr>
          <a:xfrm>
            <a:off x="467640" y="1196640"/>
            <a:ext cx="8388000" cy="4635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467640" y="-210240"/>
            <a:ext cx="604836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000" spc="-7" strike="noStrike">
                <a:solidFill>
                  <a:srgbClr val="000000"/>
                </a:solidFill>
                <a:latin typeface="Arial"/>
                <a:ea typeface="MS PGothic"/>
              </a:rPr>
              <a:t>Tratamento 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  <a:ea typeface="MS PGothic"/>
              </a:rPr>
              <a:t>de </a:t>
            </a:r>
            <a:r>
              <a:rPr b="0" lang="en-US" sz="3000" spc="-7" strike="noStrike">
                <a:solidFill>
                  <a:srgbClr val="000000"/>
                </a:solidFill>
                <a:latin typeface="Arial"/>
                <a:ea typeface="MS PGothic"/>
              </a:rPr>
              <a:t>variantes 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  <a:ea typeface="MS PGothic"/>
              </a:rPr>
              <a:t>em</a:t>
            </a:r>
            <a:r>
              <a:rPr b="0" lang="en-US" sz="3000" spc="-7" strike="noStrike">
                <a:solidFill>
                  <a:srgbClr val="000000"/>
                </a:solidFill>
                <a:latin typeface="Arial"/>
                <a:ea typeface="MS PGothic"/>
              </a:rPr>
              <a:t> ramos</a:t>
            </a:r>
            <a:r>
              <a:rPr b="0" lang="x-none" sz="3000" spc="-7" strike="noStrike">
                <a:solidFill>
                  <a:srgbClr val="000000"/>
                </a:solidFill>
                <a:latin typeface="Arial"/>
                <a:ea typeface="MS PGothic"/>
              </a:rPr>
              <a:t> (branches)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object 13"/>
          <p:cNvSpPr/>
          <p:nvPr/>
        </p:nvSpPr>
        <p:spPr>
          <a:xfrm>
            <a:off x="251640" y="1196640"/>
            <a:ext cx="8597520" cy="410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6200" bIns="0" anchor="t">
            <a:spAutoFit/>
          </a:bodyPr>
          <a:p>
            <a:pPr marL="355680" indent="-343080">
              <a:lnSpc>
                <a:spcPct val="77000"/>
              </a:lnSpc>
              <a:spcBef>
                <a:spcPts val="836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Versões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que não seguem a linha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principal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de 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desenvolvimento</a:t>
            </a:r>
            <a:endParaRPr b="0" lang="pt-BR" sz="22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11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Fornecem isolamento para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o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processo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de</a:t>
            </a:r>
            <a:r>
              <a:rPr b="0" lang="en-US" sz="2200" spc="94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desenvolvimento</a:t>
            </a:r>
            <a:endParaRPr b="0" lang="pt-BR" sz="2200" spc="-1" strike="noStrike">
              <a:latin typeface="Arial"/>
            </a:endParaRPr>
          </a:p>
          <a:p>
            <a:pPr lvl="1" marL="749160" indent="-279360">
              <a:lnSpc>
                <a:spcPts val="2319"/>
              </a:lnSpc>
              <a:spcBef>
                <a:spcPts val="590"/>
              </a:spcBef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Ramos usualmente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são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migrados para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a linha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principal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de 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desenvolvimento</a:t>
            </a:r>
            <a:endParaRPr b="0" lang="pt-BR" sz="2200" spc="-1" strike="noStrike">
              <a:latin typeface="Arial"/>
            </a:endParaRPr>
          </a:p>
          <a:p>
            <a:pPr lvl="1" marL="755640" indent="-285840">
              <a:lnSpc>
                <a:spcPts val="2846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A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migração pode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ser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complicada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no caso de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isolamento</a:t>
            </a:r>
            <a:r>
              <a:rPr b="0" lang="en-US" sz="2200" spc="38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longo</a:t>
            </a:r>
            <a:endParaRPr b="0" lang="pt-BR" sz="2200" spc="-1" strike="noStrike">
              <a:latin typeface="Arial"/>
            </a:endParaRPr>
          </a:p>
          <a:p>
            <a:pPr marL="355680" indent="-343080">
              <a:lnSpc>
                <a:spcPts val="2650"/>
              </a:lnSpc>
              <a:spcBef>
                <a:spcPts val="544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Características dos ramos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se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comparados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a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espaços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de 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trabalho</a:t>
            </a:r>
            <a:endParaRPr b="0" lang="pt-BR" sz="2200" spc="-1" strike="noStrike">
              <a:latin typeface="Arial"/>
            </a:endParaRPr>
          </a:p>
          <a:p>
            <a:pPr lvl="1" marL="749160" indent="-279360">
              <a:lnSpc>
                <a:spcPts val="2319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São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compartilhados por outras pessoas (espaços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de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trabalho 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são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 isolados)</a:t>
            </a:r>
            <a:endParaRPr b="0" lang="pt-BR" sz="2200" spc="-1" strike="noStrike">
              <a:latin typeface="Arial"/>
            </a:endParaRPr>
          </a:p>
          <a:p>
            <a:pPr lvl="1" marL="755640" indent="-285840">
              <a:lnSpc>
                <a:spcPts val="2840"/>
              </a:lnSpc>
              <a:spcBef>
                <a:spcPts val="14"/>
              </a:spcBef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Residem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no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servidor (espaços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de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trabalho residem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no</a:t>
            </a:r>
            <a:r>
              <a:rPr b="0" lang="en-US" sz="2200" spc="83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cliente)</a:t>
            </a:r>
            <a:endParaRPr b="0" lang="pt-BR" sz="2200" spc="-1" strike="noStrike">
              <a:latin typeface="Arial"/>
            </a:endParaRPr>
          </a:p>
          <a:p>
            <a:pPr lvl="1" marL="755640" indent="-285840">
              <a:lnSpc>
                <a:spcPts val="2840"/>
              </a:lnSpc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São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históricos (espaços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de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trabalho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são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momentâneos)</a:t>
            </a:r>
            <a:endParaRPr b="0" lang="pt-BR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395640" y="-114120"/>
            <a:ext cx="739692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000" spc="-7" strike="noStrike">
                <a:solidFill>
                  <a:srgbClr val="000000"/>
                </a:solidFill>
                <a:latin typeface="Arial"/>
                <a:ea typeface="MS PGothic"/>
              </a:rPr>
              <a:t>Estratégia 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  <a:ea typeface="MS PGothic"/>
              </a:rPr>
              <a:t>básica de</a:t>
            </a:r>
            <a:r>
              <a:rPr b="0" lang="en-US" sz="3000" spc="-21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3000" spc="-7" strike="noStrike">
                <a:solidFill>
                  <a:srgbClr val="000000"/>
                </a:solidFill>
                <a:latin typeface="Arial"/>
                <a:ea typeface="MS PGothic"/>
              </a:rPr>
              <a:t>Ramiﬁcação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object 12"/>
          <p:cNvSpPr/>
          <p:nvPr/>
        </p:nvSpPr>
        <p:spPr>
          <a:xfrm>
            <a:off x="631440" y="1052640"/>
            <a:ext cx="6892560" cy="24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4920" bIns="0" anchor="t">
            <a:spAutoFit/>
          </a:bodyPr>
          <a:p>
            <a:pPr marL="355680" indent="-343080">
              <a:lnSpc>
                <a:spcPct val="100000"/>
              </a:lnSpc>
              <a:spcBef>
                <a:spcPts val="275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2100" spc="-7" strike="noStrike">
                <a:solidFill>
                  <a:srgbClr val="000000"/>
                </a:solidFill>
                <a:latin typeface="Calibri"/>
                <a:ea typeface="MS PGothic"/>
              </a:rPr>
              <a:t>Manutenção </a:t>
            </a:r>
            <a:r>
              <a:rPr b="0" lang="en-US" sz="2100" spc="-1" strike="noStrike">
                <a:solidFill>
                  <a:srgbClr val="000000"/>
                </a:solidFill>
                <a:latin typeface="Calibri"/>
                <a:ea typeface="MS PGothic"/>
              </a:rPr>
              <a:t>em </a:t>
            </a:r>
            <a:r>
              <a:rPr b="0" lang="en-US" sz="2100" spc="-7" strike="noStrike">
                <a:solidFill>
                  <a:srgbClr val="000000"/>
                </a:solidFill>
                <a:latin typeface="Calibri"/>
                <a:ea typeface="MS PGothic"/>
              </a:rPr>
              <a:t>série</a:t>
            </a:r>
            <a:endParaRPr b="0" lang="pt-BR" sz="2100" spc="-1" strike="noStrike">
              <a:latin typeface="Arial"/>
            </a:endParaRPr>
          </a:p>
          <a:p>
            <a:pPr lvl="1" marL="755640" indent="-285840">
              <a:lnSpc>
                <a:spcPct val="100000"/>
              </a:lnSpc>
              <a:spcBef>
                <a:spcPts val="170"/>
              </a:spcBef>
              <a:buClr>
                <a:srgbClr val="000000"/>
              </a:buClr>
              <a:buFont typeface="Arial"/>
              <a:buChar char="–"/>
              <a:tabLst>
                <a:tab algn="l" pos="754920"/>
                <a:tab algn="l" pos="75564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Ramo principal: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evolução</a:t>
            </a:r>
            <a:endParaRPr b="0" lang="pt-BR" sz="2000" spc="-1" strike="noStrike">
              <a:latin typeface="Arial"/>
            </a:endParaRPr>
          </a:p>
          <a:p>
            <a:pPr lvl="1" marL="755640" indent="-28584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algn="l" pos="754920"/>
                <a:tab algn="l" pos="75564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Ramos auxiliares: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correções</a:t>
            </a:r>
            <a:endParaRPr b="0" lang="pt-BR" sz="20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215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2100" spc="-7" strike="noStrike">
                <a:solidFill>
                  <a:srgbClr val="000000"/>
                </a:solidFill>
                <a:latin typeface="Calibri"/>
                <a:ea typeface="MS PGothic"/>
              </a:rPr>
              <a:t>Foco</a:t>
            </a:r>
            <a:endParaRPr b="0" lang="pt-BR" sz="2100" spc="-1" strike="noStrike">
              <a:latin typeface="Arial"/>
            </a:endParaRPr>
          </a:p>
          <a:p>
            <a:pPr lvl="1" marL="755640" indent="-28584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Arial"/>
              <a:buChar char="–"/>
              <a:tabLst>
                <a:tab algn="l" pos="754920"/>
                <a:tab algn="l" pos="75564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Desenvolvimento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in-house</a:t>
            </a:r>
            <a:endParaRPr b="0" lang="pt-BR" sz="2000" spc="-1" strike="noStrike">
              <a:latin typeface="Arial"/>
            </a:endParaRPr>
          </a:p>
          <a:p>
            <a:pPr lvl="1" marL="755640" indent="-28584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Arial"/>
              <a:buChar char="–"/>
              <a:tabLst>
                <a:tab algn="l" pos="754920"/>
                <a:tab algn="l" pos="75564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Cliente único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(e.g.: aplicações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Web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)</a:t>
            </a:r>
            <a:endParaRPr b="0" lang="pt-BR" sz="20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315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2100" spc="-7" strike="noStrike">
                <a:solidFill>
                  <a:srgbClr val="000000"/>
                </a:solidFill>
                <a:latin typeface="Calibri"/>
                <a:ea typeface="MS PGothic"/>
              </a:rPr>
              <a:t>Diﬁculdade </a:t>
            </a:r>
            <a:r>
              <a:rPr b="0" lang="en-US" sz="2100" spc="-1" strike="noStrike">
                <a:solidFill>
                  <a:srgbClr val="000000"/>
                </a:solidFill>
                <a:latin typeface="Calibri"/>
                <a:ea typeface="MS PGothic"/>
              </a:rPr>
              <a:t>de </a:t>
            </a:r>
            <a:r>
              <a:rPr b="0" lang="en-US" sz="2100" spc="-7" strike="noStrike">
                <a:solidFill>
                  <a:srgbClr val="000000"/>
                </a:solidFill>
                <a:latin typeface="Calibri"/>
                <a:ea typeface="MS PGothic"/>
              </a:rPr>
              <a:t>manutenção </a:t>
            </a:r>
            <a:r>
              <a:rPr b="0" lang="en-US" sz="2100" spc="-1" strike="noStrike">
                <a:solidFill>
                  <a:srgbClr val="000000"/>
                </a:solidFill>
                <a:latin typeface="Calibri"/>
                <a:ea typeface="MS PGothic"/>
              </a:rPr>
              <a:t>de </a:t>
            </a:r>
            <a:r>
              <a:rPr b="0" lang="en-US" sz="2100" spc="-7" strike="noStrike">
                <a:solidFill>
                  <a:srgbClr val="000000"/>
                </a:solidFill>
                <a:latin typeface="Calibri"/>
                <a:ea typeface="MS PGothic"/>
              </a:rPr>
              <a:t>várias liberações </a:t>
            </a:r>
            <a:r>
              <a:rPr b="0" lang="en-US" sz="2100" spc="-1" strike="noStrike">
                <a:solidFill>
                  <a:srgbClr val="000000"/>
                </a:solidFill>
                <a:latin typeface="Calibri"/>
                <a:ea typeface="MS PGothic"/>
              </a:rPr>
              <a:t>em</a:t>
            </a:r>
            <a:r>
              <a:rPr b="0" lang="en-US" sz="2100" spc="94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100" spc="-7" strike="noStrike">
                <a:solidFill>
                  <a:srgbClr val="000000"/>
                </a:solidFill>
                <a:latin typeface="Calibri"/>
                <a:ea typeface="MS PGothic"/>
              </a:rPr>
              <a:t>paralelo</a:t>
            </a:r>
            <a:endParaRPr b="0" lang="pt-BR" sz="2100" spc="-1" strike="noStrike">
              <a:latin typeface="Arial"/>
            </a:endParaRPr>
          </a:p>
        </p:txBody>
      </p:sp>
      <p:grpSp>
        <p:nvGrpSpPr>
          <p:cNvPr id="453" name="object 13"/>
          <p:cNvGrpSpPr/>
          <p:nvPr/>
        </p:nvGrpSpPr>
        <p:grpSpPr>
          <a:xfrm>
            <a:off x="1335600" y="4332960"/>
            <a:ext cx="7556400" cy="1382400"/>
            <a:chOff x="1335600" y="4332960"/>
            <a:chExt cx="7556400" cy="1382400"/>
          </a:xfrm>
        </p:grpSpPr>
        <p:sp>
          <p:nvSpPr>
            <p:cNvPr id="454" name="object 14"/>
            <p:cNvSpPr/>
            <p:nvPr/>
          </p:nvSpPr>
          <p:spPr>
            <a:xfrm>
              <a:off x="2510280" y="4369680"/>
              <a:ext cx="360" cy="909720"/>
            </a:xfrm>
            <a:custGeom>
              <a:avLst/>
              <a:gdLst/>
              <a:ahLst/>
              <a:rect l="l" t="t" r="r" b="b"/>
              <a:pathLst>
                <a:path w="0" h="909954">
                  <a:moveTo>
                    <a:pt x="0" y="0"/>
                  </a:moveTo>
                  <a:lnTo>
                    <a:pt x="0" y="909636"/>
                  </a:lnTo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5" name="object 15"/>
            <p:cNvSpPr/>
            <p:nvPr/>
          </p:nvSpPr>
          <p:spPr>
            <a:xfrm>
              <a:off x="3256560" y="4399920"/>
              <a:ext cx="360" cy="880920"/>
            </a:xfrm>
            <a:custGeom>
              <a:avLst/>
              <a:gdLst/>
              <a:ahLst/>
              <a:rect l="l" t="t" r="r" b="b"/>
              <a:pathLst>
                <a:path w="0" h="881379">
                  <a:moveTo>
                    <a:pt x="0" y="881062"/>
                  </a:moveTo>
                  <a:lnTo>
                    <a:pt x="0" y="0"/>
                  </a:lnTo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6" name="object 16"/>
            <p:cNvSpPr/>
            <p:nvPr/>
          </p:nvSpPr>
          <p:spPr>
            <a:xfrm>
              <a:off x="3218400" y="4374360"/>
              <a:ext cx="75960" cy="75960"/>
            </a:xfrm>
            <a:custGeom>
              <a:avLst/>
              <a:gdLst/>
              <a:ah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7" name="object 17"/>
            <p:cNvSpPr/>
            <p:nvPr/>
          </p:nvSpPr>
          <p:spPr>
            <a:xfrm>
              <a:off x="2510280" y="5279400"/>
              <a:ext cx="2824200" cy="2880"/>
            </a:xfrm>
            <a:custGeom>
              <a:avLst/>
              <a:gdLst/>
              <a:ahLst/>
              <a:rect l="l" t="t" r="r" b="b"/>
              <a:pathLst>
                <a:path w="2824479" h="3175">
                  <a:moveTo>
                    <a:pt x="2824157" y="3174"/>
                  </a:moveTo>
                  <a:lnTo>
                    <a:pt x="0" y="0"/>
                  </a:lnTo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8" name="object 18"/>
            <p:cNvSpPr/>
            <p:nvPr/>
          </p:nvSpPr>
          <p:spPr>
            <a:xfrm>
              <a:off x="1335600" y="4371120"/>
              <a:ext cx="7530840" cy="360"/>
            </a:xfrm>
            <a:custGeom>
              <a:avLst/>
              <a:gdLst/>
              <a:ahLst/>
              <a:rect l="l" t="t" r="r" b="b"/>
              <a:pathLst>
                <a:path w="7531100" h="0">
                  <a:moveTo>
                    <a:pt x="0" y="0"/>
                  </a:moveTo>
                  <a:lnTo>
                    <a:pt x="7531094" y="0"/>
                  </a:lnTo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9" name="object 19"/>
            <p:cNvSpPr/>
            <p:nvPr/>
          </p:nvSpPr>
          <p:spPr>
            <a:xfrm>
              <a:off x="8816040" y="4332960"/>
              <a:ext cx="75960" cy="75960"/>
            </a:xfrm>
            <a:custGeom>
              <a:avLst/>
              <a:gdLst/>
              <a:ah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0" name="object 20"/>
            <p:cNvSpPr/>
            <p:nvPr/>
          </p:nvSpPr>
          <p:spPr>
            <a:xfrm>
              <a:off x="3061440" y="5284080"/>
              <a:ext cx="358560" cy="431280"/>
            </a:xfrm>
            <a:custGeom>
              <a:avLst/>
              <a:gdLst/>
              <a:ahLst/>
              <a:rect l="l" t="t" r="r" b="b"/>
              <a:pathLst>
                <a:path w="358775" h="431800">
                  <a:moveTo>
                    <a:pt x="0" y="431799"/>
                  </a:moveTo>
                  <a:lnTo>
                    <a:pt x="0" y="193149"/>
                  </a:lnTo>
                  <a:lnTo>
                    <a:pt x="179388" y="0"/>
                  </a:lnTo>
                  <a:lnTo>
                    <a:pt x="358774" y="193149"/>
                  </a:lnTo>
                  <a:lnTo>
                    <a:pt x="358774" y="431799"/>
                  </a:lnTo>
                  <a:lnTo>
                    <a:pt x="0" y="431799"/>
                  </a:lnTo>
                  <a:close/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61" name="object 21"/>
          <p:cNvSpPr/>
          <p:nvPr/>
        </p:nvSpPr>
        <p:spPr>
          <a:xfrm>
            <a:off x="1698480" y="5128200"/>
            <a:ext cx="62244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Rel.</a:t>
            </a:r>
            <a:r>
              <a:rPr b="0" lang="en-US" sz="1800" spc="-80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1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62" name="object 22"/>
          <p:cNvSpPr/>
          <p:nvPr/>
        </p:nvSpPr>
        <p:spPr>
          <a:xfrm>
            <a:off x="3069000" y="5398200"/>
            <a:ext cx="3430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1.0</a:t>
            </a:r>
            <a:endParaRPr b="0" lang="pt-BR" sz="1800" spc="-1" strike="noStrike">
              <a:latin typeface="Arial"/>
            </a:endParaRPr>
          </a:p>
        </p:txBody>
      </p:sp>
      <p:grpSp>
        <p:nvGrpSpPr>
          <p:cNvPr id="463" name="object 23"/>
          <p:cNvGrpSpPr/>
          <p:nvPr/>
        </p:nvGrpSpPr>
        <p:grpSpPr>
          <a:xfrm>
            <a:off x="4086720" y="4374360"/>
            <a:ext cx="1420560" cy="1341000"/>
            <a:chOff x="4086720" y="4374360"/>
            <a:chExt cx="1420560" cy="1341000"/>
          </a:xfrm>
        </p:grpSpPr>
        <p:sp>
          <p:nvSpPr>
            <p:cNvPr id="464" name="object 24"/>
            <p:cNvSpPr/>
            <p:nvPr/>
          </p:nvSpPr>
          <p:spPr>
            <a:xfrm>
              <a:off x="4086720" y="5284080"/>
              <a:ext cx="358560" cy="431280"/>
            </a:xfrm>
            <a:custGeom>
              <a:avLst/>
              <a:gdLst/>
              <a:ahLst/>
              <a:rect l="l" t="t" r="r" b="b"/>
              <a:pathLst>
                <a:path w="358775" h="431800">
                  <a:moveTo>
                    <a:pt x="0" y="431799"/>
                  </a:moveTo>
                  <a:lnTo>
                    <a:pt x="0" y="193149"/>
                  </a:lnTo>
                  <a:lnTo>
                    <a:pt x="179387" y="0"/>
                  </a:lnTo>
                  <a:lnTo>
                    <a:pt x="358774" y="193149"/>
                  </a:lnTo>
                  <a:lnTo>
                    <a:pt x="358774" y="431799"/>
                  </a:lnTo>
                  <a:lnTo>
                    <a:pt x="0" y="431799"/>
                  </a:lnTo>
                  <a:close/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5" name="object 25"/>
            <p:cNvSpPr/>
            <p:nvPr/>
          </p:nvSpPr>
          <p:spPr>
            <a:xfrm>
              <a:off x="4280400" y="4399920"/>
              <a:ext cx="360" cy="880920"/>
            </a:xfrm>
            <a:custGeom>
              <a:avLst/>
              <a:gdLst/>
              <a:ahLst/>
              <a:rect l="l" t="t" r="r" b="b"/>
              <a:pathLst>
                <a:path w="0" h="881379">
                  <a:moveTo>
                    <a:pt x="0" y="881062"/>
                  </a:moveTo>
                  <a:lnTo>
                    <a:pt x="0" y="0"/>
                  </a:lnTo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6" name="object 26"/>
            <p:cNvSpPr/>
            <p:nvPr/>
          </p:nvSpPr>
          <p:spPr>
            <a:xfrm>
              <a:off x="4242240" y="4374360"/>
              <a:ext cx="75960" cy="75960"/>
            </a:xfrm>
            <a:custGeom>
              <a:avLst/>
              <a:gdLst/>
              <a:ah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7" name="object 27"/>
            <p:cNvSpPr/>
            <p:nvPr/>
          </p:nvSpPr>
          <p:spPr>
            <a:xfrm>
              <a:off x="5148720" y="5284080"/>
              <a:ext cx="358560" cy="431280"/>
            </a:xfrm>
            <a:custGeom>
              <a:avLst/>
              <a:gdLst/>
              <a:ahLst/>
              <a:rect l="l" t="t" r="r" b="b"/>
              <a:pathLst>
                <a:path w="358775" h="431800">
                  <a:moveTo>
                    <a:pt x="0" y="431799"/>
                  </a:moveTo>
                  <a:lnTo>
                    <a:pt x="0" y="193149"/>
                  </a:lnTo>
                  <a:lnTo>
                    <a:pt x="179388" y="0"/>
                  </a:lnTo>
                  <a:lnTo>
                    <a:pt x="358774" y="193149"/>
                  </a:lnTo>
                  <a:lnTo>
                    <a:pt x="358774" y="431799"/>
                  </a:lnTo>
                  <a:lnTo>
                    <a:pt x="0" y="431799"/>
                  </a:lnTo>
                  <a:close/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68" name="object 28"/>
          <p:cNvSpPr/>
          <p:nvPr/>
        </p:nvSpPr>
        <p:spPr>
          <a:xfrm>
            <a:off x="4094280" y="5398200"/>
            <a:ext cx="140472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107460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1.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1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	</a:t>
            </a: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1.2</a:t>
            </a:r>
            <a:endParaRPr b="0" lang="pt-BR" sz="1800" spc="-1" strike="noStrike">
              <a:latin typeface="Arial"/>
            </a:endParaRPr>
          </a:p>
        </p:txBody>
      </p:sp>
      <p:grpSp>
        <p:nvGrpSpPr>
          <p:cNvPr id="469" name="object 29"/>
          <p:cNvGrpSpPr/>
          <p:nvPr/>
        </p:nvGrpSpPr>
        <p:grpSpPr>
          <a:xfrm>
            <a:off x="5296320" y="4369680"/>
            <a:ext cx="2874960" cy="1345680"/>
            <a:chOff x="5296320" y="4369680"/>
            <a:chExt cx="2874960" cy="1345680"/>
          </a:xfrm>
        </p:grpSpPr>
        <p:sp>
          <p:nvSpPr>
            <p:cNvPr id="470" name="object 30"/>
            <p:cNvSpPr/>
            <p:nvPr/>
          </p:nvSpPr>
          <p:spPr>
            <a:xfrm>
              <a:off x="5334480" y="4399920"/>
              <a:ext cx="360" cy="880920"/>
            </a:xfrm>
            <a:custGeom>
              <a:avLst/>
              <a:gdLst/>
              <a:ahLst/>
              <a:rect l="l" t="t" r="r" b="b"/>
              <a:pathLst>
                <a:path w="0" h="881379">
                  <a:moveTo>
                    <a:pt x="0" y="881062"/>
                  </a:moveTo>
                  <a:lnTo>
                    <a:pt x="0" y="0"/>
                  </a:lnTo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1" name="object 31"/>
            <p:cNvSpPr/>
            <p:nvPr/>
          </p:nvSpPr>
          <p:spPr>
            <a:xfrm>
              <a:off x="5296320" y="4374360"/>
              <a:ext cx="75960" cy="75960"/>
            </a:xfrm>
            <a:custGeom>
              <a:avLst/>
              <a:gdLst/>
              <a:ah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2" name="object 32"/>
            <p:cNvSpPr/>
            <p:nvPr/>
          </p:nvSpPr>
          <p:spPr>
            <a:xfrm>
              <a:off x="6228360" y="4369680"/>
              <a:ext cx="360" cy="914040"/>
            </a:xfrm>
            <a:custGeom>
              <a:avLst/>
              <a:gdLst/>
              <a:ahLst/>
              <a:rect l="l" t="t" r="r" b="b"/>
              <a:pathLst>
                <a:path w="0" h="914400">
                  <a:moveTo>
                    <a:pt x="0" y="0"/>
                  </a:moveTo>
                  <a:lnTo>
                    <a:pt x="1" y="914399"/>
                  </a:lnTo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3" name="object 33"/>
            <p:cNvSpPr/>
            <p:nvPr/>
          </p:nvSpPr>
          <p:spPr>
            <a:xfrm>
              <a:off x="6936480" y="4399920"/>
              <a:ext cx="360" cy="880920"/>
            </a:xfrm>
            <a:custGeom>
              <a:avLst/>
              <a:gdLst/>
              <a:ahLst/>
              <a:rect l="l" t="t" r="r" b="b"/>
              <a:pathLst>
                <a:path w="0" h="881379">
                  <a:moveTo>
                    <a:pt x="0" y="881062"/>
                  </a:moveTo>
                  <a:lnTo>
                    <a:pt x="0" y="0"/>
                  </a:lnTo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4" name="object 34"/>
            <p:cNvSpPr/>
            <p:nvPr/>
          </p:nvSpPr>
          <p:spPr>
            <a:xfrm>
              <a:off x="6898320" y="4374360"/>
              <a:ext cx="75960" cy="75960"/>
            </a:xfrm>
            <a:custGeom>
              <a:avLst/>
              <a:gdLst/>
              <a:ah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5" name="object 35"/>
            <p:cNvSpPr/>
            <p:nvPr/>
          </p:nvSpPr>
          <p:spPr>
            <a:xfrm>
              <a:off x="6228360" y="5282280"/>
              <a:ext cx="1942920" cy="1440"/>
            </a:xfrm>
            <a:custGeom>
              <a:avLst/>
              <a:gdLst/>
              <a:ahLst/>
              <a:rect l="l" t="t" r="r" b="b"/>
              <a:pathLst>
                <a:path w="1943100" h="1904">
                  <a:moveTo>
                    <a:pt x="1943098" y="0"/>
                  </a:moveTo>
                  <a:lnTo>
                    <a:pt x="0" y="1587"/>
                  </a:lnTo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6" name="object 36"/>
            <p:cNvSpPr/>
            <p:nvPr/>
          </p:nvSpPr>
          <p:spPr>
            <a:xfrm>
              <a:off x="6733080" y="5284080"/>
              <a:ext cx="358560" cy="431280"/>
            </a:xfrm>
            <a:custGeom>
              <a:avLst/>
              <a:gdLst/>
              <a:ahLst/>
              <a:rect l="l" t="t" r="r" b="b"/>
              <a:pathLst>
                <a:path w="358775" h="431800">
                  <a:moveTo>
                    <a:pt x="0" y="431799"/>
                  </a:moveTo>
                  <a:lnTo>
                    <a:pt x="0" y="193149"/>
                  </a:lnTo>
                  <a:lnTo>
                    <a:pt x="179387" y="0"/>
                  </a:lnTo>
                  <a:lnTo>
                    <a:pt x="358774" y="193149"/>
                  </a:lnTo>
                  <a:lnTo>
                    <a:pt x="358774" y="431799"/>
                  </a:lnTo>
                  <a:lnTo>
                    <a:pt x="0" y="431799"/>
                  </a:lnTo>
                  <a:close/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77" name="object 37"/>
          <p:cNvSpPr/>
          <p:nvPr/>
        </p:nvSpPr>
        <p:spPr>
          <a:xfrm>
            <a:off x="5526000" y="5128200"/>
            <a:ext cx="62244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Rel.</a:t>
            </a:r>
            <a:r>
              <a:rPr b="0" lang="en-US" sz="1800" spc="-80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2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78" name="object 38"/>
          <p:cNvSpPr/>
          <p:nvPr/>
        </p:nvSpPr>
        <p:spPr>
          <a:xfrm>
            <a:off x="6740640" y="5398200"/>
            <a:ext cx="3430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2.0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79" name="object 39"/>
          <p:cNvSpPr/>
          <p:nvPr/>
        </p:nvSpPr>
        <p:spPr>
          <a:xfrm>
            <a:off x="7977600" y="5284080"/>
            <a:ext cx="358560" cy="431280"/>
          </a:xfrm>
          <a:custGeom>
            <a:avLst/>
            <a:gdLst/>
            <a:ahLst/>
            <a:rect l="l" t="t" r="r" b="b"/>
            <a:pathLst>
              <a:path w="358775" h="431800">
                <a:moveTo>
                  <a:pt x="0" y="431799"/>
                </a:moveTo>
                <a:lnTo>
                  <a:pt x="0" y="193149"/>
                </a:lnTo>
                <a:lnTo>
                  <a:pt x="179388" y="0"/>
                </a:lnTo>
                <a:lnTo>
                  <a:pt x="358775" y="193149"/>
                </a:lnTo>
                <a:lnTo>
                  <a:pt x="358775" y="431799"/>
                </a:lnTo>
                <a:lnTo>
                  <a:pt x="0" y="431799"/>
                </a:lnTo>
                <a:close/>
              </a:path>
            </a:pathLst>
          </a:custGeom>
          <a:noFill/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0" name="object 40"/>
          <p:cNvSpPr/>
          <p:nvPr/>
        </p:nvSpPr>
        <p:spPr>
          <a:xfrm>
            <a:off x="7985520" y="5398200"/>
            <a:ext cx="3430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2.1</a:t>
            </a:r>
            <a:endParaRPr b="0" lang="pt-BR" sz="1800" spc="-1" strike="noStrike">
              <a:latin typeface="Arial"/>
            </a:endParaRPr>
          </a:p>
        </p:txBody>
      </p:sp>
      <p:grpSp>
        <p:nvGrpSpPr>
          <p:cNvPr id="481" name="object 41"/>
          <p:cNvGrpSpPr/>
          <p:nvPr/>
        </p:nvGrpSpPr>
        <p:grpSpPr>
          <a:xfrm>
            <a:off x="2141280" y="3937680"/>
            <a:ext cx="6069600" cy="1343160"/>
            <a:chOff x="2141280" y="3937680"/>
            <a:chExt cx="6069600" cy="1343160"/>
          </a:xfrm>
        </p:grpSpPr>
        <p:sp>
          <p:nvSpPr>
            <p:cNvPr id="482" name="object 42"/>
            <p:cNvSpPr/>
            <p:nvPr/>
          </p:nvSpPr>
          <p:spPr>
            <a:xfrm>
              <a:off x="8171280" y="4399920"/>
              <a:ext cx="1440" cy="880920"/>
            </a:xfrm>
            <a:custGeom>
              <a:avLst/>
              <a:gdLst/>
              <a:ahLst/>
              <a:rect l="l" t="t" r="r" b="b"/>
              <a:pathLst>
                <a:path w="1904" h="881379">
                  <a:moveTo>
                    <a:pt x="0" y="881062"/>
                  </a:moveTo>
                  <a:lnTo>
                    <a:pt x="1543" y="0"/>
                  </a:lnTo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3" name="object 43"/>
            <p:cNvSpPr/>
            <p:nvPr/>
          </p:nvSpPr>
          <p:spPr>
            <a:xfrm>
              <a:off x="8134920" y="4374360"/>
              <a:ext cx="75960" cy="76320"/>
            </a:xfrm>
            <a:custGeom>
              <a:avLst/>
              <a:gdLst/>
              <a:ahLst/>
              <a:rect l="l" t="t" r="r" b="b"/>
              <a:pathLst>
                <a:path w="76200" h="76835">
                  <a:moveTo>
                    <a:pt x="38239" y="0"/>
                  </a:moveTo>
                  <a:lnTo>
                    <a:pt x="0" y="76136"/>
                  </a:lnTo>
                  <a:lnTo>
                    <a:pt x="76200" y="76263"/>
                  </a:lnTo>
                  <a:lnTo>
                    <a:pt x="3823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4" name="object 44"/>
            <p:cNvSpPr/>
            <p:nvPr/>
          </p:nvSpPr>
          <p:spPr>
            <a:xfrm>
              <a:off x="2141280" y="3937680"/>
              <a:ext cx="729720" cy="431280"/>
            </a:xfrm>
            <a:custGeom>
              <a:avLst/>
              <a:gdLst/>
              <a:ahLst/>
              <a:rect l="l" t="t" r="r" b="b"/>
              <a:pathLst>
                <a:path w="730250" h="431800">
                  <a:moveTo>
                    <a:pt x="0" y="0"/>
                  </a:moveTo>
                  <a:lnTo>
                    <a:pt x="0" y="238651"/>
                  </a:lnTo>
                  <a:lnTo>
                    <a:pt x="364913" y="431799"/>
                  </a:lnTo>
                  <a:lnTo>
                    <a:pt x="729827" y="238651"/>
                  </a:lnTo>
                  <a:lnTo>
                    <a:pt x="72982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5" name="object 45"/>
            <p:cNvSpPr/>
            <p:nvPr/>
          </p:nvSpPr>
          <p:spPr>
            <a:xfrm>
              <a:off x="5840280" y="3937680"/>
              <a:ext cx="759600" cy="431280"/>
            </a:xfrm>
            <a:custGeom>
              <a:avLst/>
              <a:gdLst/>
              <a:ahLst/>
              <a:rect l="l" t="t" r="r" b="b"/>
              <a:pathLst>
                <a:path w="760095" h="431800">
                  <a:moveTo>
                    <a:pt x="0" y="0"/>
                  </a:moveTo>
                  <a:lnTo>
                    <a:pt x="0" y="238651"/>
                  </a:lnTo>
                  <a:lnTo>
                    <a:pt x="379746" y="431799"/>
                  </a:lnTo>
                  <a:lnTo>
                    <a:pt x="759493" y="238651"/>
                  </a:lnTo>
                  <a:lnTo>
                    <a:pt x="759493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86" name="object 46"/>
          <p:cNvSpPr/>
          <p:nvPr/>
        </p:nvSpPr>
        <p:spPr>
          <a:xfrm>
            <a:off x="2515320" y="4943880"/>
            <a:ext cx="73620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74880">
              <a:lnSpc>
                <a:spcPct val="100000"/>
              </a:lnSpc>
              <a:spcBef>
                <a:spcPts val="99"/>
              </a:spcBef>
            </a:pPr>
            <a:r>
              <a:rPr b="0" lang="en-US" sz="1800" spc="-21" strike="noStrike">
                <a:solidFill>
                  <a:srgbClr val="4f81bd"/>
                </a:solidFill>
                <a:latin typeface="Arial"/>
                <a:ea typeface="MS PGothic"/>
              </a:rPr>
              <a:t>Verif</a:t>
            </a:r>
            <a:r>
              <a:rPr b="1" lang="en-US" sz="1800" spc="-21" strike="noStrike">
                <a:solidFill>
                  <a:srgbClr val="6095c9"/>
                </a:solidFill>
                <a:latin typeface="Arial"/>
                <a:ea typeface="MS PGothic"/>
              </a:rPr>
              <a:t>.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87" name="object 47"/>
          <p:cNvSpPr/>
          <p:nvPr/>
        </p:nvSpPr>
        <p:spPr>
          <a:xfrm>
            <a:off x="6233040" y="4956840"/>
            <a:ext cx="69804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99000">
              <a:lnSpc>
                <a:spcPct val="100000"/>
              </a:lnSpc>
              <a:spcBef>
                <a:spcPts val="99"/>
              </a:spcBef>
            </a:pPr>
            <a:r>
              <a:rPr b="0" lang="en-US" sz="1800" spc="-21" strike="noStrike">
                <a:solidFill>
                  <a:srgbClr val="4f81bd"/>
                </a:solidFill>
                <a:latin typeface="Arial"/>
                <a:ea typeface="MS PGothic"/>
              </a:rPr>
              <a:t>Verif.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88" name="object 48"/>
          <p:cNvSpPr/>
          <p:nvPr/>
        </p:nvSpPr>
        <p:spPr>
          <a:xfrm>
            <a:off x="5847840" y="3955680"/>
            <a:ext cx="73692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2.0</a:t>
            </a:r>
            <a:r>
              <a:rPr b="0" lang="en-US" sz="1800" spc="-80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RC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89" name="object 49"/>
          <p:cNvSpPr/>
          <p:nvPr/>
        </p:nvSpPr>
        <p:spPr>
          <a:xfrm>
            <a:off x="347760" y="4040640"/>
            <a:ext cx="7771320" cy="6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028880">
              <a:lnSpc>
                <a:spcPts val="1786"/>
              </a:lnSpc>
              <a:spcBef>
                <a:spcPts val="99"/>
              </a:spcBef>
              <a:tabLst>
                <a:tab algn="l" pos="3462120"/>
                <a:tab algn="l" pos="6792480"/>
              </a:tabLst>
            </a:pPr>
            <a:r>
              <a:rPr b="0" lang="en-US" sz="1800" spc="-55" strike="noStrike">
                <a:solidFill>
                  <a:srgbClr val="4f81bd"/>
                </a:solidFill>
                <a:latin typeface="Arial"/>
                <a:ea typeface="MS PGothic"/>
              </a:rPr>
              <a:t>Desenv.</a:t>
            </a:r>
            <a:r>
              <a:rPr b="0" lang="en-US" sz="2700" spc="-83" strike="noStrike" baseline="20000">
                <a:solidFill>
                  <a:srgbClr val="000000"/>
                </a:solidFill>
                <a:latin typeface="Arial"/>
                <a:ea typeface="MS PGothic"/>
              </a:rPr>
              <a:t>1.0</a:t>
            </a:r>
            <a:r>
              <a:rPr b="0" lang="en-US" sz="2700" spc="4" strike="noStrike" baseline="20000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2700" spc="-7" strike="noStrike" baseline="20000">
                <a:solidFill>
                  <a:srgbClr val="000000"/>
                </a:solidFill>
                <a:latin typeface="Arial"/>
                <a:ea typeface="MS PGothic"/>
              </a:rPr>
              <a:t>RC</a:t>
            </a:r>
            <a:r>
              <a:rPr b="0" lang="en-US" sz="2700" spc="-7" strike="noStrike" baseline="20000">
                <a:solidFill>
                  <a:srgbClr val="000000"/>
                </a:solidFill>
                <a:latin typeface="Arial"/>
                <a:ea typeface="MS PGothic"/>
              </a:rPr>
              <a:t>	</a:t>
            </a:r>
            <a:r>
              <a:rPr b="0" lang="en-US" sz="2700" spc="-1" strike="noStrike" baseline="2000">
                <a:solidFill>
                  <a:srgbClr val="4f81bd"/>
                </a:solidFill>
                <a:latin typeface="Arial"/>
                <a:ea typeface="MS PGothic"/>
              </a:rPr>
              <a:t>Evolução</a:t>
            </a:r>
            <a:r>
              <a:rPr b="0" lang="en-US" sz="2700" spc="-1" strike="noStrike" baseline="2000">
                <a:solidFill>
                  <a:srgbClr val="4f81bd"/>
                </a:solidFill>
                <a:latin typeface="Arial"/>
                <a:ea typeface="MS PGothic"/>
              </a:rPr>
              <a:t>	</a:t>
            </a:r>
            <a:r>
              <a:rPr b="0" lang="en-US" sz="1800" spc="-1" strike="noStrike">
                <a:solidFill>
                  <a:srgbClr val="4f81bd"/>
                </a:solidFill>
                <a:latin typeface="Arial"/>
                <a:ea typeface="MS PGothic"/>
              </a:rPr>
              <a:t>Evolução</a:t>
            </a:r>
            <a:endParaRPr b="0" lang="pt-BR" sz="1800" spc="-1" strike="noStrike">
              <a:latin typeface="Arial"/>
            </a:endParaRPr>
          </a:p>
          <a:p>
            <a:pPr marL="63360">
              <a:lnSpc>
                <a:spcPts val="1786"/>
              </a:lnSpc>
              <a:tabLst>
                <a:tab algn="l" pos="3462120"/>
                <a:tab algn="l" pos="679248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Sistema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90" name="object 50"/>
          <p:cNvSpPr/>
          <p:nvPr/>
        </p:nvSpPr>
        <p:spPr>
          <a:xfrm>
            <a:off x="3261240" y="4934520"/>
            <a:ext cx="10144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2400">
              <a:lnSpc>
                <a:spcPct val="100000"/>
              </a:lnSpc>
              <a:spcBef>
                <a:spcPts val="99"/>
              </a:spcBef>
            </a:pPr>
            <a:r>
              <a:rPr b="0" lang="en-US" sz="1800" spc="-1" strike="noStrike">
                <a:solidFill>
                  <a:srgbClr val="4f81bd"/>
                </a:solidFill>
                <a:latin typeface="Arial"/>
                <a:ea typeface="MS PGothic"/>
              </a:rPr>
              <a:t>Correção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91" name="object 51"/>
          <p:cNvSpPr/>
          <p:nvPr/>
        </p:nvSpPr>
        <p:spPr>
          <a:xfrm>
            <a:off x="4285080" y="4934520"/>
            <a:ext cx="104436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6440">
              <a:lnSpc>
                <a:spcPct val="100000"/>
              </a:lnSpc>
              <a:spcBef>
                <a:spcPts val="99"/>
              </a:spcBef>
            </a:pPr>
            <a:r>
              <a:rPr b="0" lang="en-US" sz="1800" spc="-1" strike="noStrike">
                <a:solidFill>
                  <a:srgbClr val="4f81bd"/>
                </a:solidFill>
                <a:latin typeface="Arial"/>
                <a:ea typeface="MS PGothic"/>
              </a:rPr>
              <a:t>Correção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92" name="object 52"/>
          <p:cNvSpPr/>
          <p:nvPr/>
        </p:nvSpPr>
        <p:spPr>
          <a:xfrm>
            <a:off x="6941160" y="4934520"/>
            <a:ext cx="12250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70640">
              <a:lnSpc>
                <a:spcPct val="100000"/>
              </a:lnSpc>
              <a:spcBef>
                <a:spcPts val="99"/>
              </a:spcBef>
            </a:pPr>
            <a:r>
              <a:rPr b="0" lang="en-US" sz="1800" spc="-1" strike="noStrike">
                <a:solidFill>
                  <a:srgbClr val="4f81bd"/>
                </a:solidFill>
                <a:latin typeface="Arial"/>
                <a:ea typeface="MS PGothic"/>
              </a:rPr>
              <a:t>Correção</a:t>
            </a: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467640" y="-42480"/>
            <a:ext cx="151668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MS PGothic"/>
              </a:rPr>
              <a:t>M</a:t>
            </a: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er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MS PGothic"/>
              </a:rPr>
              <a:t>ge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object 12"/>
          <p:cNvSpPr/>
          <p:nvPr/>
        </p:nvSpPr>
        <p:spPr>
          <a:xfrm>
            <a:off x="539640" y="1196640"/>
            <a:ext cx="4782240" cy="11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760" bIns="0" anchor="t">
            <a:spAutoFit/>
          </a:bodyPr>
          <a:p>
            <a:pPr marL="355680" indent="-343080">
              <a:lnSpc>
                <a:spcPct val="100000"/>
              </a:lnSpc>
              <a:spcBef>
                <a:spcPts val="825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3200" spc="-7" strike="noStrike">
                <a:solidFill>
                  <a:srgbClr val="000000"/>
                </a:solidFill>
                <a:latin typeface="Calibri"/>
                <a:ea typeface="MS PGothic"/>
              </a:rPr>
              <a:t>Espaços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S PGothic"/>
              </a:rPr>
              <a:t>de</a:t>
            </a:r>
            <a:r>
              <a:rPr b="0" lang="en-US" sz="3200" spc="-35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3200" spc="-7" strike="noStrike">
                <a:solidFill>
                  <a:srgbClr val="000000"/>
                </a:solidFill>
                <a:latin typeface="Calibri"/>
                <a:ea typeface="MS PGothic"/>
              </a:rPr>
              <a:t>trabalho</a:t>
            </a:r>
            <a:endParaRPr b="0" lang="pt-BR" sz="32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731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3200" spc="-7" strike="noStrike">
                <a:solidFill>
                  <a:srgbClr val="000000"/>
                </a:solidFill>
                <a:latin typeface="Calibri"/>
                <a:ea typeface="MS PGothic"/>
              </a:rPr>
              <a:t>Ramos</a:t>
            </a:r>
            <a:endParaRPr b="0" lang="pt-BR" sz="3200" spc="-1" strike="noStrike">
              <a:latin typeface="Arial"/>
            </a:endParaRPr>
          </a:p>
        </p:txBody>
      </p:sp>
      <p:pic>
        <p:nvPicPr>
          <p:cNvPr id="495" name="Picture 24" descr=""/>
          <p:cNvPicPr/>
          <p:nvPr/>
        </p:nvPicPr>
        <p:blipFill>
          <a:blip r:embed="rId1"/>
          <a:stretch/>
        </p:blipFill>
        <p:spPr>
          <a:xfrm>
            <a:off x="3060000" y="2277000"/>
            <a:ext cx="3816000" cy="352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title"/>
          </p:nvPr>
        </p:nvSpPr>
        <p:spPr>
          <a:xfrm>
            <a:off x="467640" y="-210240"/>
            <a:ext cx="633636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  <a:ea typeface="MS PGothic"/>
              </a:rPr>
              <a:t>P</a:t>
            </a:r>
            <a:r>
              <a:rPr b="0" lang="x-none" sz="3000" spc="-1" strike="noStrike">
                <a:solidFill>
                  <a:srgbClr val="000000"/>
                </a:solidFill>
                <a:latin typeface="Arial"/>
                <a:ea typeface="MS PGothic"/>
              </a:rPr>
              <a:t>rincipais sistemas de controle de versão open source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object 12"/>
          <p:cNvSpPr/>
          <p:nvPr/>
        </p:nvSpPr>
        <p:spPr>
          <a:xfrm>
            <a:off x="2636640" y="2781000"/>
            <a:ext cx="4310280" cy="17996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8" name="object 13"/>
          <p:cNvSpPr/>
          <p:nvPr/>
        </p:nvSpPr>
        <p:spPr>
          <a:xfrm>
            <a:off x="7487640" y="2781000"/>
            <a:ext cx="1499760" cy="17996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9" name="object 14"/>
          <p:cNvSpPr/>
          <p:nvPr/>
        </p:nvSpPr>
        <p:spPr>
          <a:xfrm>
            <a:off x="195120" y="2898360"/>
            <a:ext cx="1822320" cy="15649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object 12"/>
          <p:cNvSpPr/>
          <p:nvPr/>
        </p:nvSpPr>
        <p:spPr>
          <a:xfrm>
            <a:off x="423720" y="4482720"/>
            <a:ext cx="1666440" cy="12618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01" name="object 13"/>
          <p:cNvGrpSpPr/>
          <p:nvPr/>
        </p:nvGrpSpPr>
        <p:grpSpPr>
          <a:xfrm>
            <a:off x="4066920" y="4339800"/>
            <a:ext cx="1785960" cy="719640"/>
            <a:chOff x="4066920" y="4339800"/>
            <a:chExt cx="1785960" cy="719640"/>
          </a:xfrm>
        </p:grpSpPr>
        <p:sp>
          <p:nvSpPr>
            <p:cNvPr id="502" name="object 14"/>
            <p:cNvSpPr/>
            <p:nvPr/>
          </p:nvSpPr>
          <p:spPr>
            <a:xfrm>
              <a:off x="4066920" y="4339800"/>
              <a:ext cx="1785960" cy="719640"/>
            </a:xfrm>
            <a:custGeom>
              <a:avLst/>
              <a:gdLst/>
              <a:ahLst/>
              <a:rect l="l" t="t" r="r" b="b"/>
              <a:pathLst>
                <a:path w="1786254" h="720089">
                  <a:moveTo>
                    <a:pt x="892975" y="0"/>
                  </a:moveTo>
                  <a:lnTo>
                    <a:pt x="815927" y="440"/>
                  </a:lnTo>
                  <a:lnTo>
                    <a:pt x="740699" y="1737"/>
                  </a:lnTo>
                  <a:lnTo>
                    <a:pt x="667558" y="3855"/>
                  </a:lnTo>
                  <a:lnTo>
                    <a:pt x="596774" y="6758"/>
                  </a:lnTo>
                  <a:lnTo>
                    <a:pt x="528613" y="10410"/>
                  </a:lnTo>
                  <a:lnTo>
                    <a:pt x="463345" y="14775"/>
                  </a:lnTo>
                  <a:lnTo>
                    <a:pt x="401236" y="19816"/>
                  </a:lnTo>
                  <a:lnTo>
                    <a:pt x="342556" y="25499"/>
                  </a:lnTo>
                  <a:lnTo>
                    <a:pt x="287572" y="31786"/>
                  </a:lnTo>
                  <a:lnTo>
                    <a:pt x="236552" y="38642"/>
                  </a:lnTo>
                  <a:lnTo>
                    <a:pt x="189765" y="46031"/>
                  </a:lnTo>
                  <a:lnTo>
                    <a:pt x="147478" y="53916"/>
                  </a:lnTo>
                  <a:lnTo>
                    <a:pt x="109959" y="62263"/>
                  </a:lnTo>
                  <a:lnTo>
                    <a:pt x="50300" y="80194"/>
                  </a:lnTo>
                  <a:lnTo>
                    <a:pt x="12932" y="99536"/>
                  </a:lnTo>
                  <a:lnTo>
                    <a:pt x="0" y="120002"/>
                  </a:lnTo>
                  <a:lnTo>
                    <a:pt x="0" y="599998"/>
                  </a:lnTo>
                  <a:lnTo>
                    <a:pt x="28696" y="630289"/>
                  </a:lnTo>
                  <a:lnTo>
                    <a:pt x="77477" y="648961"/>
                  </a:lnTo>
                  <a:lnTo>
                    <a:pt x="147478" y="666078"/>
                  </a:lnTo>
                  <a:lnTo>
                    <a:pt x="189765" y="673964"/>
                  </a:lnTo>
                  <a:lnTo>
                    <a:pt x="236552" y="681353"/>
                  </a:lnTo>
                  <a:lnTo>
                    <a:pt x="287572" y="688210"/>
                  </a:lnTo>
                  <a:lnTo>
                    <a:pt x="342556" y="694497"/>
                  </a:lnTo>
                  <a:lnTo>
                    <a:pt x="401236" y="700180"/>
                  </a:lnTo>
                  <a:lnTo>
                    <a:pt x="463345" y="705223"/>
                  </a:lnTo>
                  <a:lnTo>
                    <a:pt x="528613" y="709588"/>
                  </a:lnTo>
                  <a:lnTo>
                    <a:pt x="596774" y="713240"/>
                  </a:lnTo>
                  <a:lnTo>
                    <a:pt x="667558" y="716144"/>
                  </a:lnTo>
                  <a:lnTo>
                    <a:pt x="740699" y="718262"/>
                  </a:lnTo>
                  <a:lnTo>
                    <a:pt x="815927" y="719560"/>
                  </a:lnTo>
                  <a:lnTo>
                    <a:pt x="892975" y="720001"/>
                  </a:lnTo>
                  <a:lnTo>
                    <a:pt x="970022" y="719560"/>
                  </a:lnTo>
                  <a:lnTo>
                    <a:pt x="1045250" y="718262"/>
                  </a:lnTo>
                  <a:lnTo>
                    <a:pt x="1118390" y="716144"/>
                  </a:lnTo>
                  <a:lnTo>
                    <a:pt x="1189174" y="713240"/>
                  </a:lnTo>
                  <a:lnTo>
                    <a:pt x="1257334" y="709588"/>
                  </a:lnTo>
                  <a:lnTo>
                    <a:pt x="1322602" y="705223"/>
                  </a:lnTo>
                  <a:lnTo>
                    <a:pt x="1384709" y="700180"/>
                  </a:lnTo>
                  <a:lnTo>
                    <a:pt x="1443388" y="694497"/>
                  </a:lnTo>
                  <a:lnTo>
                    <a:pt x="1498372" y="688210"/>
                  </a:lnTo>
                  <a:lnTo>
                    <a:pt x="1549390" y="681353"/>
                  </a:lnTo>
                  <a:lnTo>
                    <a:pt x="1596177" y="673964"/>
                  </a:lnTo>
                  <a:lnTo>
                    <a:pt x="1638463" y="666078"/>
                  </a:lnTo>
                  <a:lnTo>
                    <a:pt x="1675980" y="657732"/>
                  </a:lnTo>
                  <a:lnTo>
                    <a:pt x="1735638" y="639801"/>
                  </a:lnTo>
                  <a:lnTo>
                    <a:pt x="1773005" y="620461"/>
                  </a:lnTo>
                  <a:lnTo>
                    <a:pt x="1785937" y="599998"/>
                  </a:lnTo>
                  <a:lnTo>
                    <a:pt x="1785937" y="120002"/>
                  </a:lnTo>
                  <a:lnTo>
                    <a:pt x="1757242" y="89707"/>
                  </a:lnTo>
                  <a:lnTo>
                    <a:pt x="1708461" y="71034"/>
                  </a:lnTo>
                  <a:lnTo>
                    <a:pt x="1638463" y="53916"/>
                  </a:lnTo>
                  <a:lnTo>
                    <a:pt x="1596177" y="46031"/>
                  </a:lnTo>
                  <a:lnTo>
                    <a:pt x="1549390" y="38642"/>
                  </a:lnTo>
                  <a:lnTo>
                    <a:pt x="1498372" y="31786"/>
                  </a:lnTo>
                  <a:lnTo>
                    <a:pt x="1443388" y="25499"/>
                  </a:lnTo>
                  <a:lnTo>
                    <a:pt x="1384709" y="19816"/>
                  </a:lnTo>
                  <a:lnTo>
                    <a:pt x="1322602" y="14775"/>
                  </a:lnTo>
                  <a:lnTo>
                    <a:pt x="1257334" y="10410"/>
                  </a:lnTo>
                  <a:lnTo>
                    <a:pt x="1189174" y="6758"/>
                  </a:lnTo>
                  <a:lnTo>
                    <a:pt x="1118390" y="3855"/>
                  </a:lnTo>
                  <a:lnTo>
                    <a:pt x="1045250" y="1737"/>
                  </a:lnTo>
                  <a:lnTo>
                    <a:pt x="970022" y="440"/>
                  </a:lnTo>
                  <a:lnTo>
                    <a:pt x="892975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3" name="object 15"/>
            <p:cNvSpPr/>
            <p:nvPr/>
          </p:nvSpPr>
          <p:spPr>
            <a:xfrm>
              <a:off x="4066920" y="4339800"/>
              <a:ext cx="1785960" cy="719640"/>
            </a:xfrm>
            <a:custGeom>
              <a:avLst/>
              <a:gdLst/>
              <a:ahLst/>
              <a:rect l="l" t="t" r="r" b="b"/>
              <a:pathLst>
                <a:path w="1786254" h="720089">
                  <a:moveTo>
                    <a:pt x="1785938" y="119999"/>
                  </a:moveTo>
                  <a:lnTo>
                    <a:pt x="1757243" y="150292"/>
                  </a:lnTo>
                  <a:lnTo>
                    <a:pt x="1708462" y="168964"/>
                  </a:lnTo>
                  <a:lnTo>
                    <a:pt x="1638463" y="186081"/>
                  </a:lnTo>
                  <a:lnTo>
                    <a:pt x="1596176" y="193966"/>
                  </a:lnTo>
                  <a:lnTo>
                    <a:pt x="1549389" y="201355"/>
                  </a:lnTo>
                  <a:lnTo>
                    <a:pt x="1498370" y="208211"/>
                  </a:lnTo>
                  <a:lnTo>
                    <a:pt x="1443387" y="214499"/>
                  </a:lnTo>
                  <a:lnTo>
                    <a:pt x="1384707" y="220181"/>
                  </a:lnTo>
                  <a:lnTo>
                    <a:pt x="1322598" y="225223"/>
                  </a:lnTo>
                  <a:lnTo>
                    <a:pt x="1257330" y="229588"/>
                  </a:lnTo>
                  <a:lnTo>
                    <a:pt x="1189170" y="233240"/>
                  </a:lnTo>
                  <a:lnTo>
                    <a:pt x="1118385" y="236143"/>
                  </a:lnTo>
                  <a:lnTo>
                    <a:pt x="1045244" y="238261"/>
                  </a:lnTo>
                  <a:lnTo>
                    <a:pt x="970016" y="239559"/>
                  </a:lnTo>
                  <a:lnTo>
                    <a:pt x="892967" y="239999"/>
                  </a:lnTo>
                  <a:lnTo>
                    <a:pt x="815918" y="239559"/>
                  </a:lnTo>
                  <a:lnTo>
                    <a:pt x="740690" y="238261"/>
                  </a:lnTo>
                  <a:lnTo>
                    <a:pt x="667549" y="236143"/>
                  </a:lnTo>
                  <a:lnTo>
                    <a:pt x="596765" y="233240"/>
                  </a:lnTo>
                  <a:lnTo>
                    <a:pt x="528604" y="229588"/>
                  </a:lnTo>
                  <a:lnTo>
                    <a:pt x="463336" y="225223"/>
                  </a:lnTo>
                  <a:lnTo>
                    <a:pt x="401228" y="220181"/>
                  </a:lnTo>
                  <a:lnTo>
                    <a:pt x="342549" y="214499"/>
                  </a:lnTo>
                  <a:lnTo>
                    <a:pt x="287565" y="208211"/>
                  </a:lnTo>
                  <a:lnTo>
                    <a:pt x="236546" y="201355"/>
                  </a:lnTo>
                  <a:lnTo>
                    <a:pt x="189760" y="193966"/>
                  </a:lnTo>
                  <a:lnTo>
                    <a:pt x="147474" y="186081"/>
                  </a:lnTo>
                  <a:lnTo>
                    <a:pt x="109956" y="177734"/>
                  </a:lnTo>
                  <a:lnTo>
                    <a:pt x="50299" y="159804"/>
                  </a:lnTo>
                  <a:lnTo>
                    <a:pt x="12932" y="140463"/>
                  </a:lnTo>
                  <a:lnTo>
                    <a:pt x="3277" y="130353"/>
                  </a:lnTo>
                  <a:lnTo>
                    <a:pt x="0" y="119999"/>
                  </a:lnTo>
                  <a:moveTo>
                    <a:pt x="0" y="119999"/>
                  </a:moveTo>
                  <a:lnTo>
                    <a:pt x="28695" y="89707"/>
                  </a:lnTo>
                  <a:lnTo>
                    <a:pt x="77475" y="71035"/>
                  </a:lnTo>
                  <a:lnTo>
                    <a:pt x="147474" y="53918"/>
                  </a:lnTo>
                  <a:lnTo>
                    <a:pt x="189760" y="46032"/>
                  </a:lnTo>
                  <a:lnTo>
                    <a:pt x="236546" y="38644"/>
                  </a:lnTo>
                  <a:lnTo>
                    <a:pt x="287565" y="31787"/>
                  </a:lnTo>
                  <a:lnTo>
                    <a:pt x="342549" y="25500"/>
                  </a:lnTo>
                  <a:lnTo>
                    <a:pt x="401228" y="19818"/>
                  </a:lnTo>
                  <a:lnTo>
                    <a:pt x="463336" y="14776"/>
                  </a:lnTo>
                  <a:lnTo>
                    <a:pt x="528604" y="10411"/>
                  </a:lnTo>
                  <a:lnTo>
                    <a:pt x="596765" y="6759"/>
                  </a:lnTo>
                  <a:lnTo>
                    <a:pt x="667549" y="3856"/>
                  </a:lnTo>
                  <a:lnTo>
                    <a:pt x="740690" y="1737"/>
                  </a:lnTo>
                  <a:lnTo>
                    <a:pt x="815918" y="440"/>
                  </a:lnTo>
                  <a:lnTo>
                    <a:pt x="892967" y="0"/>
                  </a:lnTo>
                  <a:lnTo>
                    <a:pt x="970016" y="440"/>
                  </a:lnTo>
                  <a:lnTo>
                    <a:pt x="1045244" y="1737"/>
                  </a:lnTo>
                  <a:lnTo>
                    <a:pt x="1118385" y="3856"/>
                  </a:lnTo>
                  <a:lnTo>
                    <a:pt x="1189170" y="6759"/>
                  </a:lnTo>
                  <a:lnTo>
                    <a:pt x="1257330" y="10411"/>
                  </a:lnTo>
                  <a:lnTo>
                    <a:pt x="1322598" y="14776"/>
                  </a:lnTo>
                  <a:lnTo>
                    <a:pt x="1384707" y="19818"/>
                  </a:lnTo>
                  <a:lnTo>
                    <a:pt x="1443387" y="25500"/>
                  </a:lnTo>
                  <a:lnTo>
                    <a:pt x="1498370" y="31787"/>
                  </a:lnTo>
                  <a:lnTo>
                    <a:pt x="1549389" y="38644"/>
                  </a:lnTo>
                  <a:lnTo>
                    <a:pt x="1596176" y="46032"/>
                  </a:lnTo>
                  <a:lnTo>
                    <a:pt x="1638463" y="53918"/>
                  </a:lnTo>
                  <a:lnTo>
                    <a:pt x="1675981" y="62264"/>
                  </a:lnTo>
                  <a:lnTo>
                    <a:pt x="1735639" y="80195"/>
                  </a:lnTo>
                  <a:lnTo>
                    <a:pt x="1773006" y="99536"/>
                  </a:lnTo>
                  <a:lnTo>
                    <a:pt x="1785938" y="119999"/>
                  </a:lnTo>
                  <a:lnTo>
                    <a:pt x="1785938" y="599999"/>
                  </a:lnTo>
                  <a:lnTo>
                    <a:pt x="1757243" y="630291"/>
                  </a:lnTo>
                  <a:lnTo>
                    <a:pt x="1708462" y="648963"/>
                  </a:lnTo>
                  <a:lnTo>
                    <a:pt x="1638463" y="666080"/>
                  </a:lnTo>
                  <a:lnTo>
                    <a:pt x="1596176" y="673966"/>
                  </a:lnTo>
                  <a:lnTo>
                    <a:pt x="1549389" y="681355"/>
                  </a:lnTo>
                  <a:lnTo>
                    <a:pt x="1498370" y="688211"/>
                  </a:lnTo>
                  <a:lnTo>
                    <a:pt x="1443387" y="694498"/>
                  </a:lnTo>
                  <a:lnTo>
                    <a:pt x="1384707" y="700181"/>
                  </a:lnTo>
                  <a:lnTo>
                    <a:pt x="1322598" y="705223"/>
                  </a:lnTo>
                  <a:lnTo>
                    <a:pt x="1257330" y="709587"/>
                  </a:lnTo>
                  <a:lnTo>
                    <a:pt x="1189170" y="713239"/>
                  </a:lnTo>
                  <a:lnTo>
                    <a:pt x="1118385" y="716143"/>
                  </a:lnTo>
                  <a:lnTo>
                    <a:pt x="1045244" y="718261"/>
                  </a:lnTo>
                  <a:lnTo>
                    <a:pt x="970016" y="719558"/>
                  </a:lnTo>
                  <a:lnTo>
                    <a:pt x="892967" y="719999"/>
                  </a:lnTo>
                  <a:lnTo>
                    <a:pt x="815918" y="719558"/>
                  </a:lnTo>
                  <a:lnTo>
                    <a:pt x="740690" y="718261"/>
                  </a:lnTo>
                  <a:lnTo>
                    <a:pt x="667549" y="716143"/>
                  </a:lnTo>
                  <a:lnTo>
                    <a:pt x="596765" y="713239"/>
                  </a:lnTo>
                  <a:lnTo>
                    <a:pt x="528604" y="709587"/>
                  </a:lnTo>
                  <a:lnTo>
                    <a:pt x="463336" y="705223"/>
                  </a:lnTo>
                  <a:lnTo>
                    <a:pt x="401228" y="700181"/>
                  </a:lnTo>
                  <a:lnTo>
                    <a:pt x="342549" y="694498"/>
                  </a:lnTo>
                  <a:lnTo>
                    <a:pt x="287565" y="688211"/>
                  </a:lnTo>
                  <a:lnTo>
                    <a:pt x="236546" y="681355"/>
                  </a:lnTo>
                  <a:lnTo>
                    <a:pt x="189760" y="673966"/>
                  </a:lnTo>
                  <a:lnTo>
                    <a:pt x="147474" y="666080"/>
                  </a:lnTo>
                  <a:lnTo>
                    <a:pt x="109956" y="657734"/>
                  </a:lnTo>
                  <a:lnTo>
                    <a:pt x="50299" y="639804"/>
                  </a:lnTo>
                  <a:lnTo>
                    <a:pt x="12932" y="620462"/>
                  </a:lnTo>
                  <a:lnTo>
                    <a:pt x="0" y="599999"/>
                  </a:lnTo>
                  <a:lnTo>
                    <a:pt x="0" y="119999"/>
                  </a:lnTo>
                  <a:close/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04" name="object 16"/>
          <p:cNvSpPr/>
          <p:nvPr/>
        </p:nvSpPr>
        <p:spPr>
          <a:xfrm>
            <a:off x="4222440" y="4453560"/>
            <a:ext cx="1479960" cy="13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8840" bIns="0" anchor="t">
            <a:spAutoFit/>
          </a:bodyPr>
          <a:p>
            <a:pPr algn="ctr">
              <a:lnSpc>
                <a:spcPct val="100000"/>
              </a:lnSpc>
              <a:spcBef>
                <a:spcPts val="1329"/>
              </a:spcBef>
            </a:pPr>
            <a:r>
              <a:rPr b="0" lang="en-US" sz="1800" spc="-7" strike="noStrike">
                <a:solidFill>
                  <a:srgbClr val="ffffff"/>
                </a:solidFill>
                <a:latin typeface="Calibri"/>
                <a:ea typeface="MS PGothic"/>
              </a:rPr>
              <a:t>Artefatos</a:t>
            </a:r>
            <a:endParaRPr b="0" lang="pt-BR" sz="1800" spc="-1" strike="noStrike">
              <a:latin typeface="Arial"/>
            </a:endParaRPr>
          </a:p>
          <a:p>
            <a:pPr marL="12240" algn="ctr">
              <a:lnSpc>
                <a:spcPts val="2801"/>
              </a:lnSpc>
              <a:spcBef>
                <a:spcPts val="1800"/>
              </a:spcBef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Controle</a:t>
            </a:r>
            <a:r>
              <a:rPr b="0" lang="en-US" sz="2000" spc="-75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de 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Versões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05" name="object 17"/>
          <p:cNvSpPr/>
          <p:nvPr/>
        </p:nvSpPr>
        <p:spPr>
          <a:xfrm>
            <a:off x="4140000" y="1196640"/>
            <a:ext cx="1569600" cy="17870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06" name="object 18"/>
          <p:cNvGrpSpPr/>
          <p:nvPr/>
        </p:nvGrpSpPr>
        <p:grpSpPr>
          <a:xfrm>
            <a:off x="7764840" y="4120560"/>
            <a:ext cx="1234080" cy="1105200"/>
            <a:chOff x="7764840" y="4120560"/>
            <a:chExt cx="1234080" cy="1105200"/>
          </a:xfrm>
        </p:grpSpPr>
        <p:sp>
          <p:nvSpPr>
            <p:cNvPr id="507" name="object 19"/>
            <p:cNvSpPr/>
            <p:nvPr/>
          </p:nvSpPr>
          <p:spPr>
            <a:xfrm>
              <a:off x="8309160" y="4120560"/>
              <a:ext cx="689760" cy="672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8" name="object 20"/>
            <p:cNvSpPr/>
            <p:nvPr/>
          </p:nvSpPr>
          <p:spPr>
            <a:xfrm>
              <a:off x="7764840" y="4266000"/>
              <a:ext cx="772560" cy="752040"/>
            </a:xfrm>
            <a:prstGeom prst="rect">
              <a:avLst/>
            </a:pr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9" name="object 21"/>
            <p:cNvSpPr/>
            <p:nvPr/>
          </p:nvSpPr>
          <p:spPr>
            <a:xfrm>
              <a:off x="8109720" y="4419720"/>
              <a:ext cx="822600" cy="806040"/>
            </a:xfrm>
            <a:prstGeom prst="rect">
              <a:avLst/>
            </a:pr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10" name="object 22"/>
          <p:cNvSpPr/>
          <p:nvPr/>
        </p:nvSpPr>
        <p:spPr>
          <a:xfrm>
            <a:off x="7603920" y="5101200"/>
            <a:ext cx="143208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3120" bIns="0" anchor="t">
            <a:spAutoFit/>
          </a:bodyPr>
          <a:p>
            <a:pPr marL="127800" indent="-115560">
              <a:lnSpc>
                <a:spcPts val="2801"/>
              </a:lnSpc>
              <a:spcBef>
                <a:spcPts val="26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C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nst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ução  e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Release</a:t>
            </a:r>
            <a:endParaRPr b="0" lang="pt-BR" sz="2000" spc="-1" strike="noStrike">
              <a:latin typeface="Arial"/>
            </a:endParaRPr>
          </a:p>
        </p:txBody>
      </p:sp>
      <p:grpSp>
        <p:nvGrpSpPr>
          <p:cNvPr id="511" name="object 23"/>
          <p:cNvGrpSpPr/>
          <p:nvPr/>
        </p:nvGrpSpPr>
        <p:grpSpPr>
          <a:xfrm>
            <a:off x="352080" y="1410840"/>
            <a:ext cx="1785960" cy="719640"/>
            <a:chOff x="352080" y="1410840"/>
            <a:chExt cx="1785960" cy="719640"/>
          </a:xfrm>
        </p:grpSpPr>
        <p:sp>
          <p:nvSpPr>
            <p:cNvPr id="512" name="object 24"/>
            <p:cNvSpPr/>
            <p:nvPr/>
          </p:nvSpPr>
          <p:spPr>
            <a:xfrm>
              <a:off x="352080" y="1410840"/>
              <a:ext cx="1785960" cy="719640"/>
            </a:xfrm>
            <a:custGeom>
              <a:avLst/>
              <a:gdLst/>
              <a:ahLst/>
              <a:rect l="l" t="t" r="r" b="b"/>
              <a:pathLst>
                <a:path w="1786255" h="720089">
                  <a:moveTo>
                    <a:pt x="892967" y="0"/>
                  </a:moveTo>
                  <a:lnTo>
                    <a:pt x="815918" y="440"/>
                  </a:lnTo>
                  <a:lnTo>
                    <a:pt x="740690" y="1738"/>
                  </a:lnTo>
                  <a:lnTo>
                    <a:pt x="667549" y="3856"/>
                  </a:lnTo>
                  <a:lnTo>
                    <a:pt x="596764" y="6760"/>
                  </a:lnTo>
                  <a:lnTo>
                    <a:pt x="528604" y="10412"/>
                  </a:lnTo>
                  <a:lnTo>
                    <a:pt x="463336" y="14778"/>
                  </a:lnTo>
                  <a:lnTo>
                    <a:pt x="401228" y="19820"/>
                  </a:lnTo>
                  <a:lnTo>
                    <a:pt x="342549" y="25503"/>
                  </a:lnTo>
                  <a:lnTo>
                    <a:pt x="287565" y="31791"/>
                  </a:lnTo>
                  <a:lnTo>
                    <a:pt x="236546" y="38647"/>
                  </a:lnTo>
                  <a:lnTo>
                    <a:pt x="189760" y="46036"/>
                  </a:lnTo>
                  <a:lnTo>
                    <a:pt x="147474" y="53922"/>
                  </a:lnTo>
                  <a:lnTo>
                    <a:pt x="109956" y="62268"/>
                  </a:lnTo>
                  <a:lnTo>
                    <a:pt x="50299" y="80199"/>
                  </a:lnTo>
                  <a:lnTo>
                    <a:pt x="12932" y="99540"/>
                  </a:lnTo>
                  <a:lnTo>
                    <a:pt x="0" y="120002"/>
                  </a:lnTo>
                  <a:lnTo>
                    <a:pt x="0" y="599998"/>
                  </a:lnTo>
                  <a:lnTo>
                    <a:pt x="28695" y="630293"/>
                  </a:lnTo>
                  <a:lnTo>
                    <a:pt x="77475" y="648966"/>
                  </a:lnTo>
                  <a:lnTo>
                    <a:pt x="147474" y="666084"/>
                  </a:lnTo>
                  <a:lnTo>
                    <a:pt x="189760" y="673969"/>
                  </a:lnTo>
                  <a:lnTo>
                    <a:pt x="236546" y="681358"/>
                  </a:lnTo>
                  <a:lnTo>
                    <a:pt x="287565" y="688214"/>
                  </a:lnTo>
                  <a:lnTo>
                    <a:pt x="342549" y="694501"/>
                  </a:lnTo>
                  <a:lnTo>
                    <a:pt x="401228" y="700184"/>
                  </a:lnTo>
                  <a:lnTo>
                    <a:pt x="463336" y="705225"/>
                  </a:lnTo>
                  <a:lnTo>
                    <a:pt x="528604" y="709590"/>
                  </a:lnTo>
                  <a:lnTo>
                    <a:pt x="596764" y="713242"/>
                  </a:lnTo>
                  <a:lnTo>
                    <a:pt x="667549" y="716145"/>
                  </a:lnTo>
                  <a:lnTo>
                    <a:pt x="740690" y="718263"/>
                  </a:lnTo>
                  <a:lnTo>
                    <a:pt x="815918" y="719560"/>
                  </a:lnTo>
                  <a:lnTo>
                    <a:pt x="892967" y="720001"/>
                  </a:lnTo>
                  <a:lnTo>
                    <a:pt x="970016" y="719560"/>
                  </a:lnTo>
                  <a:lnTo>
                    <a:pt x="1045246" y="718263"/>
                  </a:lnTo>
                  <a:lnTo>
                    <a:pt x="1118387" y="716145"/>
                  </a:lnTo>
                  <a:lnTo>
                    <a:pt x="1189172" y="713242"/>
                  </a:lnTo>
                  <a:lnTo>
                    <a:pt x="1257333" y="709590"/>
                  </a:lnTo>
                  <a:lnTo>
                    <a:pt x="1322602" y="705225"/>
                  </a:lnTo>
                  <a:lnTo>
                    <a:pt x="1384710" y="700184"/>
                  </a:lnTo>
                  <a:lnTo>
                    <a:pt x="1443390" y="694501"/>
                  </a:lnTo>
                  <a:lnTo>
                    <a:pt x="1498374" y="688214"/>
                  </a:lnTo>
                  <a:lnTo>
                    <a:pt x="1549393" y="681358"/>
                  </a:lnTo>
                  <a:lnTo>
                    <a:pt x="1596180" y="673969"/>
                  </a:lnTo>
                  <a:lnTo>
                    <a:pt x="1638466" y="666084"/>
                  </a:lnTo>
                  <a:lnTo>
                    <a:pt x="1675984" y="657737"/>
                  </a:lnTo>
                  <a:lnTo>
                    <a:pt x="1735641" y="639806"/>
                  </a:lnTo>
                  <a:lnTo>
                    <a:pt x="1773009" y="620464"/>
                  </a:lnTo>
                  <a:lnTo>
                    <a:pt x="1785941" y="599998"/>
                  </a:lnTo>
                  <a:lnTo>
                    <a:pt x="1785941" y="120002"/>
                  </a:lnTo>
                  <a:lnTo>
                    <a:pt x="1757245" y="89711"/>
                  </a:lnTo>
                  <a:lnTo>
                    <a:pt x="1708465" y="71040"/>
                  </a:lnTo>
                  <a:lnTo>
                    <a:pt x="1638466" y="53922"/>
                  </a:lnTo>
                  <a:lnTo>
                    <a:pt x="1596180" y="46036"/>
                  </a:lnTo>
                  <a:lnTo>
                    <a:pt x="1549393" y="38647"/>
                  </a:lnTo>
                  <a:lnTo>
                    <a:pt x="1498374" y="31791"/>
                  </a:lnTo>
                  <a:lnTo>
                    <a:pt x="1443390" y="25503"/>
                  </a:lnTo>
                  <a:lnTo>
                    <a:pt x="1384710" y="19820"/>
                  </a:lnTo>
                  <a:lnTo>
                    <a:pt x="1322602" y="14778"/>
                  </a:lnTo>
                  <a:lnTo>
                    <a:pt x="1257333" y="10412"/>
                  </a:lnTo>
                  <a:lnTo>
                    <a:pt x="1189172" y="6760"/>
                  </a:lnTo>
                  <a:lnTo>
                    <a:pt x="1118387" y="3856"/>
                  </a:lnTo>
                  <a:lnTo>
                    <a:pt x="1045246" y="1738"/>
                  </a:lnTo>
                  <a:lnTo>
                    <a:pt x="970016" y="440"/>
                  </a:lnTo>
                  <a:lnTo>
                    <a:pt x="892967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3" name="object 25"/>
            <p:cNvSpPr/>
            <p:nvPr/>
          </p:nvSpPr>
          <p:spPr>
            <a:xfrm>
              <a:off x="352080" y="1410840"/>
              <a:ext cx="1785960" cy="719640"/>
            </a:xfrm>
            <a:custGeom>
              <a:avLst/>
              <a:gdLst/>
              <a:ahLst/>
              <a:rect l="l" t="t" r="r" b="b"/>
              <a:pathLst>
                <a:path w="1786255" h="720089">
                  <a:moveTo>
                    <a:pt x="1785938" y="119999"/>
                  </a:moveTo>
                  <a:lnTo>
                    <a:pt x="1757243" y="150292"/>
                  </a:lnTo>
                  <a:lnTo>
                    <a:pt x="1708462" y="168964"/>
                  </a:lnTo>
                  <a:lnTo>
                    <a:pt x="1638463" y="186081"/>
                  </a:lnTo>
                  <a:lnTo>
                    <a:pt x="1596176" y="193967"/>
                  </a:lnTo>
                  <a:lnTo>
                    <a:pt x="1549389" y="201355"/>
                  </a:lnTo>
                  <a:lnTo>
                    <a:pt x="1498370" y="208211"/>
                  </a:lnTo>
                  <a:lnTo>
                    <a:pt x="1443386" y="214499"/>
                  </a:lnTo>
                  <a:lnTo>
                    <a:pt x="1384706" y="220181"/>
                  </a:lnTo>
                  <a:lnTo>
                    <a:pt x="1322598" y="225223"/>
                  </a:lnTo>
                  <a:lnTo>
                    <a:pt x="1257330" y="229588"/>
                  </a:lnTo>
                  <a:lnTo>
                    <a:pt x="1189169" y="233240"/>
                  </a:lnTo>
                  <a:lnTo>
                    <a:pt x="1118385" y="236143"/>
                  </a:lnTo>
                  <a:lnTo>
                    <a:pt x="1045244" y="238261"/>
                  </a:lnTo>
                  <a:lnTo>
                    <a:pt x="970015" y="239559"/>
                  </a:lnTo>
                  <a:lnTo>
                    <a:pt x="892967" y="239999"/>
                  </a:lnTo>
                  <a:lnTo>
                    <a:pt x="815918" y="239559"/>
                  </a:lnTo>
                  <a:lnTo>
                    <a:pt x="740690" y="238261"/>
                  </a:lnTo>
                  <a:lnTo>
                    <a:pt x="667549" y="236143"/>
                  </a:lnTo>
                  <a:lnTo>
                    <a:pt x="596765" y="233240"/>
                  </a:lnTo>
                  <a:lnTo>
                    <a:pt x="528605" y="229588"/>
                  </a:lnTo>
                  <a:lnTo>
                    <a:pt x="463336" y="225223"/>
                  </a:lnTo>
                  <a:lnTo>
                    <a:pt x="401229" y="220181"/>
                  </a:lnTo>
                  <a:lnTo>
                    <a:pt x="342549" y="214499"/>
                  </a:lnTo>
                  <a:lnTo>
                    <a:pt x="287566" y="208211"/>
                  </a:lnTo>
                  <a:lnTo>
                    <a:pt x="236547" y="201355"/>
                  </a:lnTo>
                  <a:lnTo>
                    <a:pt x="189760" y="193967"/>
                  </a:lnTo>
                  <a:lnTo>
                    <a:pt x="147474" y="186081"/>
                  </a:lnTo>
                  <a:lnTo>
                    <a:pt x="109956" y="177735"/>
                  </a:lnTo>
                  <a:lnTo>
                    <a:pt x="50299" y="159804"/>
                  </a:lnTo>
                  <a:lnTo>
                    <a:pt x="12932" y="140463"/>
                  </a:lnTo>
                  <a:lnTo>
                    <a:pt x="3277" y="130353"/>
                  </a:lnTo>
                  <a:lnTo>
                    <a:pt x="0" y="119999"/>
                  </a:lnTo>
                  <a:moveTo>
                    <a:pt x="0" y="119999"/>
                  </a:moveTo>
                  <a:lnTo>
                    <a:pt x="28695" y="89707"/>
                  </a:lnTo>
                  <a:lnTo>
                    <a:pt x="77475" y="71035"/>
                  </a:lnTo>
                  <a:lnTo>
                    <a:pt x="147474" y="53918"/>
                  </a:lnTo>
                  <a:lnTo>
                    <a:pt x="189760" y="46032"/>
                  </a:lnTo>
                  <a:lnTo>
                    <a:pt x="236547" y="38644"/>
                  </a:lnTo>
                  <a:lnTo>
                    <a:pt x="287566" y="31787"/>
                  </a:lnTo>
                  <a:lnTo>
                    <a:pt x="342549" y="25500"/>
                  </a:lnTo>
                  <a:lnTo>
                    <a:pt x="401229" y="19818"/>
                  </a:lnTo>
                  <a:lnTo>
                    <a:pt x="463336" y="14776"/>
                  </a:lnTo>
                  <a:lnTo>
                    <a:pt x="528605" y="10411"/>
                  </a:lnTo>
                  <a:lnTo>
                    <a:pt x="596765" y="6759"/>
                  </a:lnTo>
                  <a:lnTo>
                    <a:pt x="667549" y="3856"/>
                  </a:lnTo>
                  <a:lnTo>
                    <a:pt x="740690" y="1737"/>
                  </a:lnTo>
                  <a:lnTo>
                    <a:pt x="815918" y="440"/>
                  </a:lnTo>
                  <a:lnTo>
                    <a:pt x="892967" y="0"/>
                  </a:lnTo>
                  <a:lnTo>
                    <a:pt x="970015" y="440"/>
                  </a:lnTo>
                  <a:lnTo>
                    <a:pt x="1045244" y="1737"/>
                  </a:lnTo>
                  <a:lnTo>
                    <a:pt x="1118385" y="3856"/>
                  </a:lnTo>
                  <a:lnTo>
                    <a:pt x="1189169" y="6759"/>
                  </a:lnTo>
                  <a:lnTo>
                    <a:pt x="1257330" y="10411"/>
                  </a:lnTo>
                  <a:lnTo>
                    <a:pt x="1322598" y="14776"/>
                  </a:lnTo>
                  <a:lnTo>
                    <a:pt x="1384706" y="19818"/>
                  </a:lnTo>
                  <a:lnTo>
                    <a:pt x="1443386" y="25500"/>
                  </a:lnTo>
                  <a:lnTo>
                    <a:pt x="1498370" y="31787"/>
                  </a:lnTo>
                  <a:lnTo>
                    <a:pt x="1549389" y="38644"/>
                  </a:lnTo>
                  <a:lnTo>
                    <a:pt x="1596176" y="46032"/>
                  </a:lnTo>
                  <a:lnTo>
                    <a:pt x="1638463" y="53918"/>
                  </a:lnTo>
                  <a:lnTo>
                    <a:pt x="1675980" y="62264"/>
                  </a:lnTo>
                  <a:lnTo>
                    <a:pt x="1735638" y="80195"/>
                  </a:lnTo>
                  <a:lnTo>
                    <a:pt x="1773006" y="99536"/>
                  </a:lnTo>
                  <a:lnTo>
                    <a:pt x="1785938" y="119999"/>
                  </a:lnTo>
                  <a:lnTo>
                    <a:pt x="1785938" y="599999"/>
                  </a:lnTo>
                  <a:lnTo>
                    <a:pt x="1757243" y="630291"/>
                  </a:lnTo>
                  <a:lnTo>
                    <a:pt x="1708462" y="648963"/>
                  </a:lnTo>
                  <a:lnTo>
                    <a:pt x="1638463" y="666080"/>
                  </a:lnTo>
                  <a:lnTo>
                    <a:pt x="1596176" y="673966"/>
                  </a:lnTo>
                  <a:lnTo>
                    <a:pt x="1549389" y="681355"/>
                  </a:lnTo>
                  <a:lnTo>
                    <a:pt x="1498370" y="688211"/>
                  </a:lnTo>
                  <a:lnTo>
                    <a:pt x="1443386" y="694498"/>
                  </a:lnTo>
                  <a:lnTo>
                    <a:pt x="1384706" y="700181"/>
                  </a:lnTo>
                  <a:lnTo>
                    <a:pt x="1322598" y="705222"/>
                  </a:lnTo>
                  <a:lnTo>
                    <a:pt x="1257330" y="709587"/>
                  </a:lnTo>
                  <a:lnTo>
                    <a:pt x="1189169" y="713239"/>
                  </a:lnTo>
                  <a:lnTo>
                    <a:pt x="1118385" y="716143"/>
                  </a:lnTo>
                  <a:lnTo>
                    <a:pt x="1045244" y="718261"/>
                  </a:lnTo>
                  <a:lnTo>
                    <a:pt x="970015" y="719558"/>
                  </a:lnTo>
                  <a:lnTo>
                    <a:pt x="892967" y="719999"/>
                  </a:lnTo>
                  <a:lnTo>
                    <a:pt x="815918" y="719558"/>
                  </a:lnTo>
                  <a:lnTo>
                    <a:pt x="740690" y="718261"/>
                  </a:lnTo>
                  <a:lnTo>
                    <a:pt x="667549" y="716143"/>
                  </a:lnTo>
                  <a:lnTo>
                    <a:pt x="596765" y="713239"/>
                  </a:lnTo>
                  <a:lnTo>
                    <a:pt x="528605" y="709587"/>
                  </a:lnTo>
                  <a:lnTo>
                    <a:pt x="463336" y="705222"/>
                  </a:lnTo>
                  <a:lnTo>
                    <a:pt x="401229" y="700181"/>
                  </a:lnTo>
                  <a:lnTo>
                    <a:pt x="342549" y="694498"/>
                  </a:lnTo>
                  <a:lnTo>
                    <a:pt x="287566" y="688211"/>
                  </a:lnTo>
                  <a:lnTo>
                    <a:pt x="236547" y="681355"/>
                  </a:lnTo>
                  <a:lnTo>
                    <a:pt x="189760" y="673966"/>
                  </a:lnTo>
                  <a:lnTo>
                    <a:pt x="147474" y="666080"/>
                  </a:lnTo>
                  <a:lnTo>
                    <a:pt x="109956" y="657734"/>
                  </a:lnTo>
                  <a:lnTo>
                    <a:pt x="50299" y="639803"/>
                  </a:lnTo>
                  <a:lnTo>
                    <a:pt x="12932" y="620462"/>
                  </a:lnTo>
                  <a:lnTo>
                    <a:pt x="0" y="599999"/>
                  </a:lnTo>
                  <a:lnTo>
                    <a:pt x="0" y="119999"/>
                  </a:lnTo>
                  <a:close/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14" name="object 26"/>
          <p:cNvSpPr/>
          <p:nvPr/>
        </p:nvSpPr>
        <p:spPr>
          <a:xfrm>
            <a:off x="375120" y="1524600"/>
            <a:ext cx="1673640" cy="13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8840" bIns="0" anchor="t">
            <a:spAutoFit/>
          </a:bodyPr>
          <a:p>
            <a:pPr marL="329040">
              <a:lnSpc>
                <a:spcPct val="100000"/>
              </a:lnSpc>
              <a:spcBef>
                <a:spcPts val="1329"/>
              </a:spcBef>
            </a:pPr>
            <a:r>
              <a:rPr b="0" lang="en-US" sz="1800" spc="-7" strike="noStrike">
                <a:solidFill>
                  <a:srgbClr val="ffffff"/>
                </a:solidFill>
                <a:latin typeface="Calibri"/>
                <a:ea typeface="MS PGothic"/>
              </a:rPr>
              <a:t>Solicitações</a:t>
            </a:r>
            <a:endParaRPr b="0" lang="pt-BR" sz="1800" spc="-1" strike="noStrike">
              <a:latin typeface="Arial"/>
            </a:endParaRPr>
          </a:p>
          <a:p>
            <a:pPr marL="12600" indent="96480">
              <a:lnSpc>
                <a:spcPts val="2801"/>
              </a:lnSpc>
              <a:spcBef>
                <a:spcPts val="1800"/>
              </a:spcBef>
              <a:tabLst>
                <a:tab algn="l" pos="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Controle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de  Modiﬁca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çõ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es</a:t>
            </a:r>
            <a:endParaRPr b="0" lang="pt-BR" sz="2000" spc="-1" strike="noStrike">
              <a:latin typeface="Arial"/>
            </a:endParaRPr>
          </a:p>
        </p:txBody>
      </p:sp>
      <p:grpSp>
        <p:nvGrpSpPr>
          <p:cNvPr id="515" name="object 27"/>
          <p:cNvGrpSpPr/>
          <p:nvPr/>
        </p:nvGrpSpPr>
        <p:grpSpPr>
          <a:xfrm>
            <a:off x="2614320" y="1732320"/>
            <a:ext cx="978120" cy="484920"/>
            <a:chOff x="2614320" y="1732320"/>
            <a:chExt cx="978120" cy="484920"/>
          </a:xfrm>
        </p:grpSpPr>
        <p:sp>
          <p:nvSpPr>
            <p:cNvPr id="516" name="object 28"/>
            <p:cNvSpPr/>
            <p:nvPr/>
          </p:nvSpPr>
          <p:spPr>
            <a:xfrm>
              <a:off x="2614320" y="1732320"/>
              <a:ext cx="978120" cy="484920"/>
            </a:xfrm>
            <a:custGeom>
              <a:avLst/>
              <a:gdLst/>
              <a:ahLst/>
              <a:rect l="l" t="t" r="r" b="b"/>
              <a:pathLst>
                <a:path w="978535" h="485139">
                  <a:moveTo>
                    <a:pt x="242315" y="0"/>
                  </a:moveTo>
                  <a:lnTo>
                    <a:pt x="0" y="242315"/>
                  </a:lnTo>
                  <a:lnTo>
                    <a:pt x="242315" y="484631"/>
                  </a:lnTo>
                  <a:lnTo>
                    <a:pt x="242315" y="363474"/>
                  </a:lnTo>
                  <a:lnTo>
                    <a:pt x="978407" y="363474"/>
                  </a:lnTo>
                  <a:lnTo>
                    <a:pt x="978407" y="121157"/>
                  </a:lnTo>
                  <a:lnTo>
                    <a:pt x="242315" y="121157"/>
                  </a:lnTo>
                  <a:lnTo>
                    <a:pt x="242315" y="0"/>
                  </a:lnTo>
                  <a:close/>
                </a:path>
              </a:pathLst>
            </a:custGeom>
            <a:solidFill>
              <a:srgbClr val="cd665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7" name="object 29"/>
            <p:cNvSpPr/>
            <p:nvPr/>
          </p:nvSpPr>
          <p:spPr>
            <a:xfrm>
              <a:off x="2614320" y="1732320"/>
              <a:ext cx="978120" cy="484920"/>
            </a:xfrm>
            <a:custGeom>
              <a:avLst/>
              <a:gdLst/>
              <a:ahLst/>
              <a:rect l="l" t="t" r="r" b="b"/>
              <a:pathLst>
                <a:path w="978535" h="485139">
                  <a:moveTo>
                    <a:pt x="0" y="242315"/>
                  </a:moveTo>
                  <a:lnTo>
                    <a:pt x="242315" y="0"/>
                  </a:lnTo>
                  <a:lnTo>
                    <a:pt x="242315" y="121157"/>
                  </a:lnTo>
                  <a:lnTo>
                    <a:pt x="978407" y="121157"/>
                  </a:lnTo>
                  <a:lnTo>
                    <a:pt x="978407" y="363473"/>
                  </a:lnTo>
                  <a:lnTo>
                    <a:pt x="242315" y="363473"/>
                  </a:lnTo>
                  <a:lnTo>
                    <a:pt x="242315" y="484631"/>
                  </a:lnTo>
                  <a:lnTo>
                    <a:pt x="0" y="242315"/>
                  </a:lnTo>
                  <a:close/>
                </a:path>
              </a:pathLst>
            </a:custGeom>
            <a:noFill/>
            <a:ln w="25399">
              <a:solidFill>
                <a:srgbClr val="9f4b4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18" name="object 30"/>
          <p:cNvGrpSpPr/>
          <p:nvPr/>
        </p:nvGrpSpPr>
        <p:grpSpPr>
          <a:xfrm>
            <a:off x="923760" y="3053880"/>
            <a:ext cx="484920" cy="978120"/>
            <a:chOff x="923760" y="3053880"/>
            <a:chExt cx="484920" cy="978120"/>
          </a:xfrm>
        </p:grpSpPr>
        <p:sp>
          <p:nvSpPr>
            <p:cNvPr id="519" name="object 31"/>
            <p:cNvSpPr/>
            <p:nvPr/>
          </p:nvSpPr>
          <p:spPr>
            <a:xfrm>
              <a:off x="923760" y="3053880"/>
              <a:ext cx="484920" cy="978120"/>
            </a:xfrm>
            <a:custGeom>
              <a:avLst/>
              <a:gdLst/>
              <a:ahLst/>
              <a:rect l="l" t="t" r="r" b="b"/>
              <a:pathLst>
                <a:path w="485140" h="978535">
                  <a:moveTo>
                    <a:pt x="363474" y="0"/>
                  </a:moveTo>
                  <a:lnTo>
                    <a:pt x="121157" y="0"/>
                  </a:lnTo>
                  <a:lnTo>
                    <a:pt x="121157" y="736092"/>
                  </a:lnTo>
                  <a:lnTo>
                    <a:pt x="0" y="736092"/>
                  </a:lnTo>
                  <a:lnTo>
                    <a:pt x="242315" y="978407"/>
                  </a:lnTo>
                  <a:lnTo>
                    <a:pt x="484633" y="736092"/>
                  </a:lnTo>
                  <a:lnTo>
                    <a:pt x="363474" y="736092"/>
                  </a:lnTo>
                  <a:lnTo>
                    <a:pt x="363474" y="0"/>
                  </a:lnTo>
                  <a:close/>
                </a:path>
              </a:pathLst>
            </a:custGeom>
            <a:solidFill>
              <a:srgbClr val="cd665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0" name="object 32"/>
            <p:cNvSpPr/>
            <p:nvPr/>
          </p:nvSpPr>
          <p:spPr>
            <a:xfrm>
              <a:off x="923760" y="3053880"/>
              <a:ext cx="484920" cy="978120"/>
            </a:xfrm>
            <a:custGeom>
              <a:avLst/>
              <a:gdLst/>
              <a:ahLst/>
              <a:rect l="l" t="t" r="r" b="b"/>
              <a:pathLst>
                <a:path w="485140" h="978535">
                  <a:moveTo>
                    <a:pt x="0" y="736091"/>
                  </a:moveTo>
                  <a:lnTo>
                    <a:pt x="121157" y="736091"/>
                  </a:lnTo>
                  <a:lnTo>
                    <a:pt x="121157" y="0"/>
                  </a:lnTo>
                  <a:lnTo>
                    <a:pt x="363473" y="0"/>
                  </a:lnTo>
                  <a:lnTo>
                    <a:pt x="363473" y="736091"/>
                  </a:lnTo>
                  <a:lnTo>
                    <a:pt x="484631" y="736091"/>
                  </a:lnTo>
                  <a:lnTo>
                    <a:pt x="242315" y="978407"/>
                  </a:lnTo>
                  <a:lnTo>
                    <a:pt x="0" y="736091"/>
                  </a:lnTo>
                  <a:close/>
                </a:path>
              </a:pathLst>
            </a:custGeom>
            <a:noFill/>
            <a:ln w="25399">
              <a:solidFill>
                <a:srgbClr val="9f4b4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21" name="object 33"/>
          <p:cNvGrpSpPr/>
          <p:nvPr/>
        </p:nvGrpSpPr>
        <p:grpSpPr>
          <a:xfrm>
            <a:off x="2495160" y="4768560"/>
            <a:ext cx="1216440" cy="484920"/>
            <a:chOff x="2495160" y="4768560"/>
            <a:chExt cx="1216440" cy="484920"/>
          </a:xfrm>
        </p:grpSpPr>
        <p:sp>
          <p:nvSpPr>
            <p:cNvPr id="522" name="object 34"/>
            <p:cNvSpPr/>
            <p:nvPr/>
          </p:nvSpPr>
          <p:spPr>
            <a:xfrm>
              <a:off x="2495160" y="4768560"/>
              <a:ext cx="1216440" cy="484920"/>
            </a:xfrm>
            <a:custGeom>
              <a:avLst/>
              <a:gdLst/>
              <a:ahLst/>
              <a:rect l="l" t="t" r="r" b="b"/>
              <a:pathLst>
                <a:path w="1216660" h="485139">
                  <a:moveTo>
                    <a:pt x="973835" y="0"/>
                  </a:moveTo>
                  <a:lnTo>
                    <a:pt x="973835" y="121158"/>
                  </a:lnTo>
                  <a:lnTo>
                    <a:pt x="242316" y="121158"/>
                  </a:lnTo>
                  <a:lnTo>
                    <a:pt x="242316" y="0"/>
                  </a:lnTo>
                  <a:lnTo>
                    <a:pt x="0" y="242316"/>
                  </a:lnTo>
                  <a:lnTo>
                    <a:pt x="242316" y="484632"/>
                  </a:lnTo>
                  <a:lnTo>
                    <a:pt x="242316" y="363474"/>
                  </a:lnTo>
                  <a:lnTo>
                    <a:pt x="973835" y="363474"/>
                  </a:lnTo>
                  <a:lnTo>
                    <a:pt x="973835" y="484632"/>
                  </a:lnTo>
                  <a:lnTo>
                    <a:pt x="1216152" y="242316"/>
                  </a:lnTo>
                  <a:lnTo>
                    <a:pt x="973835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3" name="object 35"/>
            <p:cNvSpPr/>
            <p:nvPr/>
          </p:nvSpPr>
          <p:spPr>
            <a:xfrm>
              <a:off x="2495160" y="4768560"/>
              <a:ext cx="1216440" cy="484920"/>
            </a:xfrm>
            <a:custGeom>
              <a:avLst/>
              <a:gdLst/>
              <a:ahLst/>
              <a:rect l="l" t="t" r="r" b="b"/>
              <a:pathLst>
                <a:path w="1216660" h="485139">
                  <a:moveTo>
                    <a:pt x="0" y="242315"/>
                  </a:moveTo>
                  <a:lnTo>
                    <a:pt x="242315" y="0"/>
                  </a:lnTo>
                  <a:lnTo>
                    <a:pt x="242315" y="121157"/>
                  </a:lnTo>
                  <a:lnTo>
                    <a:pt x="973835" y="121157"/>
                  </a:lnTo>
                  <a:lnTo>
                    <a:pt x="973835" y="0"/>
                  </a:lnTo>
                  <a:lnTo>
                    <a:pt x="1216149" y="242315"/>
                  </a:lnTo>
                  <a:lnTo>
                    <a:pt x="973835" y="484631"/>
                  </a:lnTo>
                  <a:lnTo>
                    <a:pt x="973835" y="363473"/>
                  </a:lnTo>
                  <a:lnTo>
                    <a:pt x="242315" y="363473"/>
                  </a:lnTo>
                  <a:lnTo>
                    <a:pt x="242315" y="484631"/>
                  </a:lnTo>
                  <a:lnTo>
                    <a:pt x="0" y="242315"/>
                  </a:lnTo>
                  <a:close/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24" name="object 36"/>
          <p:cNvSpPr/>
          <p:nvPr/>
        </p:nvSpPr>
        <p:spPr>
          <a:xfrm>
            <a:off x="7829280" y="1415880"/>
            <a:ext cx="1058040" cy="10900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25" name="object 37"/>
          <p:cNvGrpSpPr/>
          <p:nvPr/>
        </p:nvGrpSpPr>
        <p:grpSpPr>
          <a:xfrm>
            <a:off x="6136920" y="1732320"/>
            <a:ext cx="1216440" cy="484920"/>
            <a:chOff x="6136920" y="1732320"/>
            <a:chExt cx="1216440" cy="484920"/>
          </a:xfrm>
        </p:grpSpPr>
        <p:sp>
          <p:nvSpPr>
            <p:cNvPr id="526" name="object 38"/>
            <p:cNvSpPr/>
            <p:nvPr/>
          </p:nvSpPr>
          <p:spPr>
            <a:xfrm>
              <a:off x="6136920" y="1732320"/>
              <a:ext cx="1216440" cy="484920"/>
            </a:xfrm>
            <a:custGeom>
              <a:avLst/>
              <a:gdLst/>
              <a:ahLst/>
              <a:rect l="l" t="t" r="r" b="b"/>
              <a:pathLst>
                <a:path w="1216659" h="485139">
                  <a:moveTo>
                    <a:pt x="973836" y="0"/>
                  </a:moveTo>
                  <a:lnTo>
                    <a:pt x="973836" y="121157"/>
                  </a:lnTo>
                  <a:lnTo>
                    <a:pt x="242316" y="121157"/>
                  </a:lnTo>
                  <a:lnTo>
                    <a:pt x="242316" y="0"/>
                  </a:lnTo>
                  <a:lnTo>
                    <a:pt x="0" y="242315"/>
                  </a:lnTo>
                  <a:lnTo>
                    <a:pt x="242316" y="484631"/>
                  </a:lnTo>
                  <a:lnTo>
                    <a:pt x="242316" y="363474"/>
                  </a:lnTo>
                  <a:lnTo>
                    <a:pt x="973836" y="363474"/>
                  </a:lnTo>
                  <a:lnTo>
                    <a:pt x="973836" y="484631"/>
                  </a:lnTo>
                  <a:lnTo>
                    <a:pt x="1216152" y="242315"/>
                  </a:lnTo>
                  <a:lnTo>
                    <a:pt x="973836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7" name="object 39"/>
            <p:cNvSpPr/>
            <p:nvPr/>
          </p:nvSpPr>
          <p:spPr>
            <a:xfrm>
              <a:off x="6136920" y="1732320"/>
              <a:ext cx="1216440" cy="484920"/>
            </a:xfrm>
            <a:custGeom>
              <a:avLst/>
              <a:gdLst/>
              <a:ahLst/>
              <a:rect l="l" t="t" r="r" b="b"/>
              <a:pathLst>
                <a:path w="1216659" h="485139">
                  <a:moveTo>
                    <a:pt x="0" y="242315"/>
                  </a:moveTo>
                  <a:lnTo>
                    <a:pt x="242315" y="0"/>
                  </a:lnTo>
                  <a:lnTo>
                    <a:pt x="242315" y="121157"/>
                  </a:lnTo>
                  <a:lnTo>
                    <a:pt x="973835" y="121157"/>
                  </a:lnTo>
                  <a:lnTo>
                    <a:pt x="973835" y="0"/>
                  </a:lnTo>
                  <a:lnTo>
                    <a:pt x="1216148" y="242315"/>
                  </a:lnTo>
                  <a:lnTo>
                    <a:pt x="973835" y="484631"/>
                  </a:lnTo>
                  <a:lnTo>
                    <a:pt x="973835" y="363473"/>
                  </a:lnTo>
                  <a:lnTo>
                    <a:pt x="242315" y="363473"/>
                  </a:lnTo>
                  <a:lnTo>
                    <a:pt x="242315" y="484631"/>
                  </a:lnTo>
                  <a:lnTo>
                    <a:pt x="0" y="242315"/>
                  </a:lnTo>
                  <a:close/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28" name="object 40"/>
          <p:cNvGrpSpPr/>
          <p:nvPr/>
        </p:nvGrpSpPr>
        <p:grpSpPr>
          <a:xfrm>
            <a:off x="6255720" y="4768560"/>
            <a:ext cx="978120" cy="484920"/>
            <a:chOff x="6255720" y="4768560"/>
            <a:chExt cx="978120" cy="484920"/>
          </a:xfrm>
        </p:grpSpPr>
        <p:sp>
          <p:nvSpPr>
            <p:cNvPr id="529" name="object 41"/>
            <p:cNvSpPr/>
            <p:nvPr/>
          </p:nvSpPr>
          <p:spPr>
            <a:xfrm>
              <a:off x="6255720" y="4768560"/>
              <a:ext cx="978120" cy="484920"/>
            </a:xfrm>
            <a:custGeom>
              <a:avLst/>
              <a:gdLst/>
              <a:ahLst/>
              <a:rect l="l" t="t" r="r" b="b"/>
              <a:pathLst>
                <a:path w="978534" h="485139">
                  <a:moveTo>
                    <a:pt x="736092" y="0"/>
                  </a:moveTo>
                  <a:lnTo>
                    <a:pt x="736092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736092" y="363474"/>
                  </a:lnTo>
                  <a:lnTo>
                    <a:pt x="736092" y="484632"/>
                  </a:lnTo>
                  <a:lnTo>
                    <a:pt x="978407" y="242316"/>
                  </a:lnTo>
                  <a:lnTo>
                    <a:pt x="736092" y="0"/>
                  </a:lnTo>
                  <a:close/>
                </a:path>
              </a:pathLst>
            </a:custGeom>
            <a:solidFill>
              <a:srgbClr val="aac46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0" name="object 42"/>
            <p:cNvSpPr/>
            <p:nvPr/>
          </p:nvSpPr>
          <p:spPr>
            <a:xfrm>
              <a:off x="6255720" y="4768560"/>
              <a:ext cx="978120" cy="484920"/>
            </a:xfrm>
            <a:custGeom>
              <a:avLst/>
              <a:gdLst/>
              <a:ahLst/>
              <a:rect l="l" t="t" r="r" b="b"/>
              <a:pathLst>
                <a:path w="978534" h="485139">
                  <a:moveTo>
                    <a:pt x="0" y="121157"/>
                  </a:moveTo>
                  <a:lnTo>
                    <a:pt x="736091" y="121157"/>
                  </a:lnTo>
                  <a:lnTo>
                    <a:pt x="736091" y="0"/>
                  </a:lnTo>
                  <a:lnTo>
                    <a:pt x="978407" y="242315"/>
                  </a:lnTo>
                  <a:lnTo>
                    <a:pt x="736091" y="484631"/>
                  </a:lnTo>
                  <a:lnTo>
                    <a:pt x="736091" y="363473"/>
                  </a:lnTo>
                  <a:lnTo>
                    <a:pt x="0" y="363473"/>
                  </a:lnTo>
                  <a:lnTo>
                    <a:pt x="0" y="121157"/>
                  </a:lnTo>
                  <a:close/>
                </a:path>
              </a:pathLst>
            </a:custGeom>
            <a:noFill/>
            <a:ln w="25399">
              <a:solidFill>
                <a:srgbClr val="8399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31" name="object 43"/>
          <p:cNvGrpSpPr/>
          <p:nvPr/>
        </p:nvGrpSpPr>
        <p:grpSpPr>
          <a:xfrm>
            <a:off x="8210160" y="3053880"/>
            <a:ext cx="484920" cy="978120"/>
            <a:chOff x="8210160" y="3053880"/>
            <a:chExt cx="484920" cy="978120"/>
          </a:xfrm>
        </p:grpSpPr>
        <p:sp>
          <p:nvSpPr>
            <p:cNvPr id="532" name="object 44"/>
            <p:cNvSpPr/>
            <p:nvPr/>
          </p:nvSpPr>
          <p:spPr>
            <a:xfrm>
              <a:off x="8210160" y="3053880"/>
              <a:ext cx="484920" cy="978120"/>
            </a:xfrm>
            <a:custGeom>
              <a:avLst/>
              <a:gdLst/>
              <a:ahLst/>
              <a:rect l="l" t="t" r="r" b="b"/>
              <a:pathLst>
                <a:path w="485140" h="978535">
                  <a:moveTo>
                    <a:pt x="242316" y="0"/>
                  </a:moveTo>
                  <a:lnTo>
                    <a:pt x="0" y="242316"/>
                  </a:lnTo>
                  <a:lnTo>
                    <a:pt x="121158" y="242316"/>
                  </a:lnTo>
                  <a:lnTo>
                    <a:pt x="121158" y="978407"/>
                  </a:lnTo>
                  <a:lnTo>
                    <a:pt x="363474" y="978407"/>
                  </a:lnTo>
                  <a:lnTo>
                    <a:pt x="363474" y="242316"/>
                  </a:lnTo>
                  <a:lnTo>
                    <a:pt x="484632" y="242316"/>
                  </a:lnTo>
                  <a:lnTo>
                    <a:pt x="242316" y="0"/>
                  </a:lnTo>
                  <a:close/>
                </a:path>
              </a:pathLst>
            </a:custGeom>
            <a:solidFill>
              <a:srgbClr val="aac46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3" name="object 45"/>
            <p:cNvSpPr/>
            <p:nvPr/>
          </p:nvSpPr>
          <p:spPr>
            <a:xfrm>
              <a:off x="8210160" y="3053880"/>
              <a:ext cx="484920" cy="978120"/>
            </a:xfrm>
            <a:custGeom>
              <a:avLst/>
              <a:gdLst/>
              <a:ahLst/>
              <a:rect l="l" t="t" r="r" b="b"/>
              <a:pathLst>
                <a:path w="485140" h="978535">
                  <a:moveTo>
                    <a:pt x="0" y="242315"/>
                  </a:moveTo>
                  <a:lnTo>
                    <a:pt x="242315" y="0"/>
                  </a:lnTo>
                  <a:lnTo>
                    <a:pt x="484631" y="242315"/>
                  </a:lnTo>
                  <a:lnTo>
                    <a:pt x="363473" y="242315"/>
                  </a:lnTo>
                  <a:lnTo>
                    <a:pt x="363473" y="978407"/>
                  </a:lnTo>
                  <a:lnTo>
                    <a:pt x="121157" y="978407"/>
                  </a:lnTo>
                  <a:lnTo>
                    <a:pt x="121157" y="242315"/>
                  </a:lnTo>
                  <a:lnTo>
                    <a:pt x="0" y="242315"/>
                  </a:lnTo>
                  <a:close/>
                </a:path>
              </a:pathLst>
            </a:custGeom>
            <a:noFill/>
            <a:ln w="25399">
              <a:solidFill>
                <a:srgbClr val="8399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539640" y="-169200"/>
            <a:ext cx="583236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Sistema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S PGothic"/>
              </a:rPr>
              <a:t>de </a:t>
            </a: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Gerência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S PGothic"/>
              </a:rPr>
              <a:t>de</a:t>
            </a:r>
            <a:r>
              <a:rPr b="0" lang="en-US" sz="3200" spc="4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Conﬁguração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Rectangle 1"/>
          <p:cNvSpPr/>
          <p:nvPr/>
        </p:nvSpPr>
        <p:spPr>
          <a:xfrm>
            <a:off x="107640" y="1052640"/>
            <a:ext cx="5976360" cy="1944000"/>
          </a:xfrm>
          <a:prstGeom prst="rect">
            <a:avLst/>
          </a:prstGeom>
          <a:noFill/>
          <a:ln w="19050"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467640" y="-114480"/>
            <a:ext cx="192168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Baseline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object 12"/>
          <p:cNvSpPr/>
          <p:nvPr/>
        </p:nvSpPr>
        <p:spPr>
          <a:xfrm>
            <a:off x="323640" y="1268640"/>
            <a:ext cx="8483760" cy="43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6200" bIns="0" anchor="t">
            <a:spAutoFit/>
          </a:bodyPr>
          <a:p>
            <a:pPr marL="355680" indent="-343080">
              <a:lnSpc>
                <a:spcPct val="80000"/>
              </a:lnSpc>
              <a:spcBef>
                <a:spcPts val="836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Conﬁguração revisada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MS PGothic"/>
              </a:rPr>
              <a:t>e </a:t>
            </a: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aprovada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MS PGothic"/>
              </a:rPr>
              <a:t>que </a:t>
            </a: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serve como 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MS PGothic"/>
              </a:rPr>
              <a:t>base </a:t>
            </a: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para uma próxima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MS PGothic"/>
              </a:rPr>
              <a:t>etapa de </a:t>
            </a: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desenvolvimento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MS PGothic"/>
              </a:rPr>
              <a:t>e  que </a:t>
            </a: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somente pode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MS PGothic"/>
              </a:rPr>
              <a:t>ser </a:t>
            </a: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modiﬁcada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MS PGothic"/>
              </a:rPr>
              <a:t>via </a:t>
            </a: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processo  formal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MS PGothic"/>
              </a:rPr>
              <a:t>de GCS</a:t>
            </a:r>
            <a:endParaRPr b="0" lang="pt-BR" sz="3000" spc="-1" strike="noStrike">
              <a:latin typeface="Arial"/>
            </a:endParaRPr>
          </a:p>
          <a:p>
            <a:pPr marL="355680" indent="-343080">
              <a:lnSpc>
                <a:spcPts val="2880"/>
              </a:lnSpc>
              <a:spcBef>
                <a:spcPts val="714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MS PGothic"/>
              </a:rPr>
              <a:t>São estabelecidas ao ﬁnal de cada fase</a:t>
            </a:r>
            <a:r>
              <a:rPr b="0" lang="en-US" sz="3000" spc="-100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MS PGothic"/>
              </a:rPr>
              <a:t>de  </a:t>
            </a: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desenvolvimento</a:t>
            </a:r>
            <a:endParaRPr b="0" lang="pt-BR" sz="3000" spc="-1" strike="noStrike">
              <a:latin typeface="Arial"/>
            </a:endParaRPr>
          </a:p>
          <a:p>
            <a:pPr lvl="1" marL="755640" indent="-285840">
              <a:lnSpc>
                <a:spcPts val="3110"/>
              </a:lnSpc>
              <a:spcBef>
                <a:spcPts val="26"/>
              </a:spcBef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MS PGothic"/>
              </a:rPr>
              <a:t>Análise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 (functional)</a:t>
            </a:r>
            <a:endParaRPr b="0" lang="pt-BR" sz="2600" spc="-1" strike="noStrike">
              <a:latin typeface="Arial"/>
            </a:endParaRPr>
          </a:p>
          <a:p>
            <a:pPr lvl="1" marL="755640" indent="-285840">
              <a:lnSpc>
                <a:spcPts val="3101"/>
              </a:lnSpc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Projeto (allocated)</a:t>
            </a:r>
            <a:endParaRPr b="0" lang="pt-BR" sz="2600" spc="-1" strike="noStrike">
              <a:latin typeface="Arial"/>
            </a:endParaRPr>
          </a:p>
          <a:p>
            <a:pPr lvl="1" marL="755640" indent="-285840">
              <a:lnSpc>
                <a:spcPts val="3110"/>
              </a:lnSpc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Implementação (product)</a:t>
            </a:r>
            <a:endParaRPr b="0" lang="pt-BR" sz="2600" spc="-1" strike="noStrike">
              <a:latin typeface="Arial"/>
            </a:endParaRPr>
          </a:p>
          <a:p>
            <a:pPr marL="355680" indent="-343080">
              <a:lnSpc>
                <a:spcPct val="8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Momento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MS PGothic"/>
              </a:rPr>
              <a:t>de </a:t>
            </a: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criar: balanceamento entre controle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MS PGothic"/>
              </a:rPr>
              <a:t>e  </a:t>
            </a:r>
            <a:r>
              <a:rPr b="0" lang="en-US" sz="3000" spc="-7" strike="noStrike">
                <a:solidFill>
                  <a:srgbClr val="000000"/>
                </a:solidFill>
                <a:latin typeface="Calibri"/>
                <a:ea typeface="MS PGothic"/>
              </a:rPr>
              <a:t>burocracia</a:t>
            </a:r>
            <a:endParaRPr b="0" lang="pt-BR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title"/>
          </p:nvPr>
        </p:nvSpPr>
        <p:spPr>
          <a:xfrm>
            <a:off x="539640" y="-162360"/>
            <a:ext cx="641772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Baseline (níveis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MS PGothic"/>
              </a:rPr>
              <a:t>de</a:t>
            </a:r>
            <a:r>
              <a:rPr b="0" lang="en-US" sz="3600" spc="4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controle)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39" name="object 12"/>
          <p:cNvGrpSpPr/>
          <p:nvPr/>
        </p:nvGrpSpPr>
        <p:grpSpPr>
          <a:xfrm>
            <a:off x="817560" y="1916280"/>
            <a:ext cx="1971360" cy="936360"/>
            <a:chOff x="817560" y="1916280"/>
            <a:chExt cx="1971360" cy="936360"/>
          </a:xfrm>
        </p:grpSpPr>
        <p:sp>
          <p:nvSpPr>
            <p:cNvPr id="540" name="object 13"/>
            <p:cNvSpPr/>
            <p:nvPr/>
          </p:nvSpPr>
          <p:spPr>
            <a:xfrm>
              <a:off x="817560" y="1916280"/>
              <a:ext cx="1971360" cy="936360"/>
            </a:xfrm>
            <a:custGeom>
              <a:avLst/>
              <a:gdLst/>
              <a:ahLst/>
              <a:rect l="l" t="t" r="r" b="b"/>
              <a:pathLst>
                <a:path w="1971675" h="936625">
                  <a:moveTo>
                    <a:pt x="985837" y="0"/>
                  </a:moveTo>
                  <a:lnTo>
                    <a:pt x="921018" y="996"/>
                  </a:lnTo>
                  <a:lnTo>
                    <a:pt x="857318" y="3943"/>
                  </a:lnTo>
                  <a:lnTo>
                    <a:pt x="794868" y="8780"/>
                  </a:lnTo>
                  <a:lnTo>
                    <a:pt x="733798" y="15444"/>
                  </a:lnTo>
                  <a:lnTo>
                    <a:pt x="674236" y="23875"/>
                  </a:lnTo>
                  <a:lnTo>
                    <a:pt x="616314" y="34010"/>
                  </a:lnTo>
                  <a:lnTo>
                    <a:pt x="560161" y="45787"/>
                  </a:lnTo>
                  <a:lnTo>
                    <a:pt x="505906" y="59146"/>
                  </a:lnTo>
                  <a:lnTo>
                    <a:pt x="453681" y="74023"/>
                  </a:lnTo>
                  <a:lnTo>
                    <a:pt x="403614" y="90358"/>
                  </a:lnTo>
                  <a:lnTo>
                    <a:pt x="355836" y="108089"/>
                  </a:lnTo>
                  <a:lnTo>
                    <a:pt x="310477" y="127154"/>
                  </a:lnTo>
                  <a:lnTo>
                    <a:pt x="267666" y="147491"/>
                  </a:lnTo>
                  <a:lnTo>
                    <a:pt x="227533" y="169039"/>
                  </a:lnTo>
                  <a:lnTo>
                    <a:pt x="190209" y="191735"/>
                  </a:lnTo>
                  <a:lnTo>
                    <a:pt x="155823" y="215519"/>
                  </a:lnTo>
                  <a:lnTo>
                    <a:pt x="124505" y="240328"/>
                  </a:lnTo>
                  <a:lnTo>
                    <a:pt x="96385" y="266101"/>
                  </a:lnTo>
                  <a:lnTo>
                    <a:pt x="50258" y="320291"/>
                  </a:lnTo>
                  <a:lnTo>
                    <a:pt x="18482" y="377596"/>
                  </a:lnTo>
                  <a:lnTo>
                    <a:pt x="2096" y="437521"/>
                  </a:lnTo>
                  <a:lnTo>
                    <a:pt x="0" y="468312"/>
                  </a:lnTo>
                  <a:lnTo>
                    <a:pt x="2096" y="499104"/>
                  </a:lnTo>
                  <a:lnTo>
                    <a:pt x="18482" y="559032"/>
                  </a:lnTo>
                  <a:lnTo>
                    <a:pt x="50258" y="616337"/>
                  </a:lnTo>
                  <a:lnTo>
                    <a:pt x="96385" y="670528"/>
                  </a:lnTo>
                  <a:lnTo>
                    <a:pt x="124505" y="696301"/>
                  </a:lnTo>
                  <a:lnTo>
                    <a:pt x="155823" y="721110"/>
                  </a:lnTo>
                  <a:lnTo>
                    <a:pt x="190209" y="744894"/>
                  </a:lnTo>
                  <a:lnTo>
                    <a:pt x="227533" y="767590"/>
                  </a:lnTo>
                  <a:lnTo>
                    <a:pt x="267666" y="789138"/>
                  </a:lnTo>
                  <a:lnTo>
                    <a:pt x="310477" y="809475"/>
                  </a:lnTo>
                  <a:lnTo>
                    <a:pt x="355836" y="828539"/>
                  </a:lnTo>
                  <a:lnTo>
                    <a:pt x="403614" y="846269"/>
                  </a:lnTo>
                  <a:lnTo>
                    <a:pt x="453681" y="862604"/>
                  </a:lnTo>
                  <a:lnTo>
                    <a:pt x="505906" y="877481"/>
                  </a:lnTo>
                  <a:lnTo>
                    <a:pt x="560161" y="890839"/>
                  </a:lnTo>
                  <a:lnTo>
                    <a:pt x="616314" y="902616"/>
                  </a:lnTo>
                  <a:lnTo>
                    <a:pt x="674236" y="912750"/>
                  </a:lnTo>
                  <a:lnTo>
                    <a:pt x="733798" y="921180"/>
                  </a:lnTo>
                  <a:lnTo>
                    <a:pt x="794868" y="927845"/>
                  </a:lnTo>
                  <a:lnTo>
                    <a:pt x="857318" y="932681"/>
                  </a:lnTo>
                  <a:lnTo>
                    <a:pt x="921018" y="935628"/>
                  </a:lnTo>
                  <a:lnTo>
                    <a:pt x="985837" y="936625"/>
                  </a:lnTo>
                  <a:lnTo>
                    <a:pt x="1050656" y="935628"/>
                  </a:lnTo>
                  <a:lnTo>
                    <a:pt x="1114355" y="932681"/>
                  </a:lnTo>
                  <a:lnTo>
                    <a:pt x="1176805" y="927845"/>
                  </a:lnTo>
                  <a:lnTo>
                    <a:pt x="1237876" y="921180"/>
                  </a:lnTo>
                  <a:lnTo>
                    <a:pt x="1297437" y="912750"/>
                  </a:lnTo>
                  <a:lnTo>
                    <a:pt x="1355360" y="902616"/>
                  </a:lnTo>
                  <a:lnTo>
                    <a:pt x="1411513" y="890839"/>
                  </a:lnTo>
                  <a:lnTo>
                    <a:pt x="1465767" y="877481"/>
                  </a:lnTo>
                  <a:lnTo>
                    <a:pt x="1517993" y="862604"/>
                  </a:lnTo>
                  <a:lnTo>
                    <a:pt x="1568059" y="846269"/>
                  </a:lnTo>
                  <a:lnTo>
                    <a:pt x="1615837" y="828539"/>
                  </a:lnTo>
                  <a:lnTo>
                    <a:pt x="1661197" y="809475"/>
                  </a:lnTo>
                  <a:lnTo>
                    <a:pt x="1704008" y="789138"/>
                  </a:lnTo>
                  <a:lnTo>
                    <a:pt x="1744140" y="767590"/>
                  </a:lnTo>
                  <a:lnTo>
                    <a:pt x="1781465" y="744894"/>
                  </a:lnTo>
                  <a:lnTo>
                    <a:pt x="1815851" y="721110"/>
                  </a:lnTo>
                  <a:lnTo>
                    <a:pt x="1847169" y="696301"/>
                  </a:lnTo>
                  <a:lnTo>
                    <a:pt x="1875289" y="670528"/>
                  </a:lnTo>
                  <a:lnTo>
                    <a:pt x="1921416" y="616337"/>
                  </a:lnTo>
                  <a:lnTo>
                    <a:pt x="1953192" y="559032"/>
                  </a:lnTo>
                  <a:lnTo>
                    <a:pt x="1969578" y="499104"/>
                  </a:lnTo>
                  <a:lnTo>
                    <a:pt x="1971675" y="468312"/>
                  </a:lnTo>
                  <a:lnTo>
                    <a:pt x="1969578" y="437521"/>
                  </a:lnTo>
                  <a:lnTo>
                    <a:pt x="1953192" y="377596"/>
                  </a:lnTo>
                  <a:lnTo>
                    <a:pt x="1921416" y="320291"/>
                  </a:lnTo>
                  <a:lnTo>
                    <a:pt x="1875289" y="266101"/>
                  </a:lnTo>
                  <a:lnTo>
                    <a:pt x="1847169" y="240328"/>
                  </a:lnTo>
                  <a:lnTo>
                    <a:pt x="1815851" y="215519"/>
                  </a:lnTo>
                  <a:lnTo>
                    <a:pt x="1781465" y="191735"/>
                  </a:lnTo>
                  <a:lnTo>
                    <a:pt x="1744140" y="169039"/>
                  </a:lnTo>
                  <a:lnTo>
                    <a:pt x="1704008" y="147491"/>
                  </a:lnTo>
                  <a:lnTo>
                    <a:pt x="1661197" y="127154"/>
                  </a:lnTo>
                  <a:lnTo>
                    <a:pt x="1615837" y="108089"/>
                  </a:lnTo>
                  <a:lnTo>
                    <a:pt x="1568059" y="90358"/>
                  </a:lnTo>
                  <a:lnTo>
                    <a:pt x="1517993" y="74023"/>
                  </a:lnTo>
                  <a:lnTo>
                    <a:pt x="1465767" y="59146"/>
                  </a:lnTo>
                  <a:lnTo>
                    <a:pt x="1411513" y="45787"/>
                  </a:lnTo>
                  <a:lnTo>
                    <a:pt x="1355360" y="34010"/>
                  </a:lnTo>
                  <a:lnTo>
                    <a:pt x="1297437" y="23875"/>
                  </a:lnTo>
                  <a:lnTo>
                    <a:pt x="1237876" y="15444"/>
                  </a:lnTo>
                  <a:lnTo>
                    <a:pt x="1176805" y="8780"/>
                  </a:lnTo>
                  <a:lnTo>
                    <a:pt x="1114355" y="3943"/>
                  </a:lnTo>
                  <a:lnTo>
                    <a:pt x="1050656" y="996"/>
                  </a:lnTo>
                  <a:lnTo>
                    <a:pt x="985837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1" name="object 14"/>
            <p:cNvSpPr/>
            <p:nvPr/>
          </p:nvSpPr>
          <p:spPr>
            <a:xfrm>
              <a:off x="817560" y="1916280"/>
              <a:ext cx="1971360" cy="936360"/>
            </a:xfrm>
            <a:custGeom>
              <a:avLst/>
              <a:gdLst/>
              <a:ahLst/>
              <a:rect l="l" t="t" r="r" b="b"/>
              <a:pathLst>
                <a:path w="1971675" h="936625">
                  <a:moveTo>
                    <a:pt x="0" y="468312"/>
                  </a:moveTo>
                  <a:lnTo>
                    <a:pt x="8301" y="407261"/>
                  </a:lnTo>
                  <a:lnTo>
                    <a:pt x="32511" y="348583"/>
                  </a:lnTo>
                  <a:lnTo>
                    <a:pt x="71593" y="292774"/>
                  </a:lnTo>
                  <a:lnTo>
                    <a:pt x="124505" y="240326"/>
                  </a:lnTo>
                  <a:lnTo>
                    <a:pt x="155823" y="215517"/>
                  </a:lnTo>
                  <a:lnTo>
                    <a:pt x="190209" y="191733"/>
                  </a:lnTo>
                  <a:lnTo>
                    <a:pt x="227533" y="169036"/>
                  </a:lnTo>
                  <a:lnTo>
                    <a:pt x="267666" y="147489"/>
                  </a:lnTo>
                  <a:lnTo>
                    <a:pt x="310477" y="127152"/>
                  </a:lnTo>
                  <a:lnTo>
                    <a:pt x="355836" y="108087"/>
                  </a:lnTo>
                  <a:lnTo>
                    <a:pt x="403614" y="90357"/>
                  </a:lnTo>
                  <a:lnTo>
                    <a:pt x="453681" y="74022"/>
                  </a:lnTo>
                  <a:lnTo>
                    <a:pt x="505906" y="59145"/>
                  </a:lnTo>
                  <a:lnTo>
                    <a:pt x="560161" y="45786"/>
                  </a:lnTo>
                  <a:lnTo>
                    <a:pt x="616314" y="34009"/>
                  </a:lnTo>
                  <a:lnTo>
                    <a:pt x="674236" y="23874"/>
                  </a:lnTo>
                  <a:lnTo>
                    <a:pt x="733797" y="15444"/>
                  </a:lnTo>
                  <a:lnTo>
                    <a:pt x="794868" y="8780"/>
                  </a:lnTo>
                  <a:lnTo>
                    <a:pt x="857318" y="3943"/>
                  </a:lnTo>
                  <a:lnTo>
                    <a:pt x="921018" y="996"/>
                  </a:lnTo>
                  <a:lnTo>
                    <a:pt x="985837" y="0"/>
                  </a:lnTo>
                  <a:lnTo>
                    <a:pt x="1050656" y="996"/>
                  </a:lnTo>
                  <a:lnTo>
                    <a:pt x="1114355" y="3943"/>
                  </a:lnTo>
                  <a:lnTo>
                    <a:pt x="1176805" y="8780"/>
                  </a:lnTo>
                  <a:lnTo>
                    <a:pt x="1237876" y="15444"/>
                  </a:lnTo>
                  <a:lnTo>
                    <a:pt x="1297438" y="23874"/>
                  </a:lnTo>
                  <a:lnTo>
                    <a:pt x="1355360" y="34009"/>
                  </a:lnTo>
                  <a:lnTo>
                    <a:pt x="1411513" y="45786"/>
                  </a:lnTo>
                  <a:lnTo>
                    <a:pt x="1465768" y="59145"/>
                  </a:lnTo>
                  <a:lnTo>
                    <a:pt x="1517993" y="74022"/>
                  </a:lnTo>
                  <a:lnTo>
                    <a:pt x="1568060" y="90357"/>
                  </a:lnTo>
                  <a:lnTo>
                    <a:pt x="1615839" y="108087"/>
                  </a:lnTo>
                  <a:lnTo>
                    <a:pt x="1661198" y="127152"/>
                  </a:lnTo>
                  <a:lnTo>
                    <a:pt x="1704009" y="147489"/>
                  </a:lnTo>
                  <a:lnTo>
                    <a:pt x="1744142" y="169036"/>
                  </a:lnTo>
                  <a:lnTo>
                    <a:pt x="1781467" y="191733"/>
                  </a:lnTo>
                  <a:lnTo>
                    <a:pt x="1815853" y="215517"/>
                  </a:lnTo>
                  <a:lnTo>
                    <a:pt x="1847172" y="240326"/>
                  </a:lnTo>
                  <a:lnTo>
                    <a:pt x="1875292" y="266099"/>
                  </a:lnTo>
                  <a:lnTo>
                    <a:pt x="1921419" y="320289"/>
                  </a:lnTo>
                  <a:lnTo>
                    <a:pt x="1953195" y="377594"/>
                  </a:lnTo>
                  <a:lnTo>
                    <a:pt x="1969581" y="437520"/>
                  </a:lnTo>
                  <a:lnTo>
                    <a:pt x="1971678" y="468312"/>
                  </a:lnTo>
                  <a:lnTo>
                    <a:pt x="1969581" y="499104"/>
                  </a:lnTo>
                  <a:lnTo>
                    <a:pt x="1953195" y="559030"/>
                  </a:lnTo>
                  <a:lnTo>
                    <a:pt x="1921419" y="616335"/>
                  </a:lnTo>
                  <a:lnTo>
                    <a:pt x="1875292" y="670526"/>
                  </a:lnTo>
                  <a:lnTo>
                    <a:pt x="1847172" y="696299"/>
                  </a:lnTo>
                  <a:lnTo>
                    <a:pt x="1815853" y="721108"/>
                  </a:lnTo>
                  <a:lnTo>
                    <a:pt x="1781467" y="744891"/>
                  </a:lnTo>
                  <a:lnTo>
                    <a:pt x="1744142" y="767588"/>
                  </a:lnTo>
                  <a:lnTo>
                    <a:pt x="1704009" y="789136"/>
                  </a:lnTo>
                  <a:lnTo>
                    <a:pt x="1661198" y="809472"/>
                  </a:lnTo>
                  <a:lnTo>
                    <a:pt x="1615839" y="828537"/>
                  </a:lnTo>
                  <a:lnTo>
                    <a:pt x="1568060" y="846268"/>
                  </a:lnTo>
                  <a:lnTo>
                    <a:pt x="1517993" y="862602"/>
                  </a:lnTo>
                  <a:lnTo>
                    <a:pt x="1465768" y="877480"/>
                  </a:lnTo>
                  <a:lnTo>
                    <a:pt x="1411513" y="890838"/>
                  </a:lnTo>
                  <a:lnTo>
                    <a:pt x="1355360" y="902615"/>
                  </a:lnTo>
                  <a:lnTo>
                    <a:pt x="1297438" y="912750"/>
                  </a:lnTo>
                  <a:lnTo>
                    <a:pt x="1237876" y="921180"/>
                  </a:lnTo>
                  <a:lnTo>
                    <a:pt x="1176805" y="927845"/>
                  </a:lnTo>
                  <a:lnTo>
                    <a:pt x="1114355" y="932681"/>
                  </a:lnTo>
                  <a:lnTo>
                    <a:pt x="1050656" y="935629"/>
                  </a:lnTo>
                  <a:lnTo>
                    <a:pt x="985837" y="936625"/>
                  </a:lnTo>
                  <a:lnTo>
                    <a:pt x="921018" y="935629"/>
                  </a:lnTo>
                  <a:lnTo>
                    <a:pt x="857318" y="932681"/>
                  </a:lnTo>
                  <a:lnTo>
                    <a:pt x="794868" y="927845"/>
                  </a:lnTo>
                  <a:lnTo>
                    <a:pt x="733797" y="921180"/>
                  </a:lnTo>
                  <a:lnTo>
                    <a:pt x="674236" y="912750"/>
                  </a:lnTo>
                  <a:lnTo>
                    <a:pt x="616314" y="902615"/>
                  </a:lnTo>
                  <a:lnTo>
                    <a:pt x="560161" y="890838"/>
                  </a:lnTo>
                  <a:lnTo>
                    <a:pt x="505906" y="877480"/>
                  </a:lnTo>
                  <a:lnTo>
                    <a:pt x="453681" y="862602"/>
                  </a:lnTo>
                  <a:lnTo>
                    <a:pt x="403614" y="846268"/>
                  </a:lnTo>
                  <a:lnTo>
                    <a:pt x="355836" y="828537"/>
                  </a:lnTo>
                  <a:lnTo>
                    <a:pt x="310477" y="809472"/>
                  </a:lnTo>
                  <a:lnTo>
                    <a:pt x="267666" y="789136"/>
                  </a:lnTo>
                  <a:lnTo>
                    <a:pt x="227533" y="767588"/>
                  </a:lnTo>
                  <a:lnTo>
                    <a:pt x="190209" y="744891"/>
                  </a:lnTo>
                  <a:lnTo>
                    <a:pt x="155823" y="721108"/>
                  </a:lnTo>
                  <a:lnTo>
                    <a:pt x="124505" y="696299"/>
                  </a:lnTo>
                  <a:lnTo>
                    <a:pt x="96385" y="670526"/>
                  </a:lnTo>
                  <a:lnTo>
                    <a:pt x="50258" y="616335"/>
                  </a:lnTo>
                  <a:lnTo>
                    <a:pt x="18482" y="559030"/>
                  </a:lnTo>
                  <a:lnTo>
                    <a:pt x="2096" y="499104"/>
                  </a:lnTo>
                  <a:lnTo>
                    <a:pt x="0" y="468312"/>
                  </a:lnTo>
                  <a:close/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42" name="object 15"/>
          <p:cNvSpPr/>
          <p:nvPr/>
        </p:nvSpPr>
        <p:spPr>
          <a:xfrm>
            <a:off x="1172520" y="2097360"/>
            <a:ext cx="1258200" cy="5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8080" bIns="0" anchor="t">
            <a:spAutoFit/>
          </a:bodyPr>
          <a:p>
            <a:pPr marL="88200" indent="-76320">
              <a:lnSpc>
                <a:spcPts val="2100"/>
              </a:lnSpc>
              <a:spcBef>
                <a:spcPts val="221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MS PGothic"/>
              </a:rPr>
              <a:t>C</a:t>
            </a:r>
            <a:r>
              <a:rPr b="0" lang="en-US" sz="1600" spc="-7" strike="noStrike">
                <a:solidFill>
                  <a:srgbClr val="ffffff"/>
                </a:solidFill>
                <a:latin typeface="Calibri"/>
                <a:ea typeface="MS PGothic"/>
              </a:rPr>
              <a:t>oor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MS PGothic"/>
              </a:rPr>
              <a:t>dena</a:t>
            </a:r>
            <a:r>
              <a:rPr b="0" lang="en-US" sz="1600" spc="-7" strike="noStrike">
                <a:solidFill>
                  <a:srgbClr val="ffffff"/>
                </a:solidFill>
                <a:latin typeface="Calibri"/>
                <a:ea typeface="MS PGothic"/>
              </a:rPr>
              <a:t>ç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MS PGothic"/>
              </a:rPr>
              <a:t>ão  c/</a:t>
            </a:r>
            <a:r>
              <a:rPr b="0" lang="en-US" sz="1600" spc="-26" strike="noStrike">
                <a:solidFill>
                  <a:srgbClr val="ffffff"/>
                </a:solidFill>
                <a:latin typeface="Calibri"/>
                <a:ea typeface="MS PGothic"/>
              </a:rPr>
              <a:t> </a:t>
            </a:r>
            <a:r>
              <a:rPr b="0" lang="en-US" sz="1600" spc="-7" strike="noStrike">
                <a:solidFill>
                  <a:srgbClr val="ffffff"/>
                </a:solidFill>
                <a:latin typeface="Calibri"/>
                <a:ea typeface="MS PGothic"/>
              </a:rPr>
              <a:t>auditoria</a:t>
            </a:r>
            <a:endParaRPr b="0" lang="pt-BR" sz="1600" spc="-1" strike="noStrike">
              <a:latin typeface="Arial"/>
            </a:endParaRPr>
          </a:p>
        </p:txBody>
      </p:sp>
      <p:grpSp>
        <p:nvGrpSpPr>
          <p:cNvPr id="543" name="object 16"/>
          <p:cNvGrpSpPr/>
          <p:nvPr/>
        </p:nvGrpSpPr>
        <p:grpSpPr>
          <a:xfrm>
            <a:off x="6083280" y="1916280"/>
            <a:ext cx="1971360" cy="936360"/>
            <a:chOff x="6083280" y="1916280"/>
            <a:chExt cx="1971360" cy="936360"/>
          </a:xfrm>
        </p:grpSpPr>
        <p:sp>
          <p:nvSpPr>
            <p:cNvPr id="544" name="object 17"/>
            <p:cNvSpPr/>
            <p:nvPr/>
          </p:nvSpPr>
          <p:spPr>
            <a:xfrm>
              <a:off x="6083280" y="1916280"/>
              <a:ext cx="1971360" cy="936360"/>
            </a:xfrm>
            <a:custGeom>
              <a:avLst/>
              <a:gdLst/>
              <a:ahLst/>
              <a:rect l="l" t="t" r="r" b="b"/>
              <a:pathLst>
                <a:path w="1971675" h="936625">
                  <a:moveTo>
                    <a:pt x="985837" y="0"/>
                  </a:moveTo>
                  <a:lnTo>
                    <a:pt x="921018" y="996"/>
                  </a:lnTo>
                  <a:lnTo>
                    <a:pt x="857319" y="3943"/>
                  </a:lnTo>
                  <a:lnTo>
                    <a:pt x="794869" y="8780"/>
                  </a:lnTo>
                  <a:lnTo>
                    <a:pt x="733798" y="15444"/>
                  </a:lnTo>
                  <a:lnTo>
                    <a:pt x="674237" y="23875"/>
                  </a:lnTo>
                  <a:lnTo>
                    <a:pt x="616314" y="34010"/>
                  </a:lnTo>
                  <a:lnTo>
                    <a:pt x="560161" y="45787"/>
                  </a:lnTo>
                  <a:lnTo>
                    <a:pt x="505907" y="59146"/>
                  </a:lnTo>
                  <a:lnTo>
                    <a:pt x="453681" y="74023"/>
                  </a:lnTo>
                  <a:lnTo>
                    <a:pt x="403615" y="90358"/>
                  </a:lnTo>
                  <a:lnTo>
                    <a:pt x="355837" y="108089"/>
                  </a:lnTo>
                  <a:lnTo>
                    <a:pt x="310477" y="127154"/>
                  </a:lnTo>
                  <a:lnTo>
                    <a:pt x="267666" y="147491"/>
                  </a:lnTo>
                  <a:lnTo>
                    <a:pt x="227534" y="169039"/>
                  </a:lnTo>
                  <a:lnTo>
                    <a:pt x="190209" y="191735"/>
                  </a:lnTo>
                  <a:lnTo>
                    <a:pt x="155823" y="215519"/>
                  </a:lnTo>
                  <a:lnTo>
                    <a:pt x="124505" y="240328"/>
                  </a:lnTo>
                  <a:lnTo>
                    <a:pt x="96385" y="266101"/>
                  </a:lnTo>
                  <a:lnTo>
                    <a:pt x="50258" y="320291"/>
                  </a:lnTo>
                  <a:lnTo>
                    <a:pt x="18482" y="377596"/>
                  </a:lnTo>
                  <a:lnTo>
                    <a:pt x="2096" y="437521"/>
                  </a:lnTo>
                  <a:lnTo>
                    <a:pt x="0" y="468312"/>
                  </a:lnTo>
                  <a:lnTo>
                    <a:pt x="2096" y="499104"/>
                  </a:lnTo>
                  <a:lnTo>
                    <a:pt x="18482" y="559032"/>
                  </a:lnTo>
                  <a:lnTo>
                    <a:pt x="50258" y="616337"/>
                  </a:lnTo>
                  <a:lnTo>
                    <a:pt x="96385" y="670528"/>
                  </a:lnTo>
                  <a:lnTo>
                    <a:pt x="124505" y="696301"/>
                  </a:lnTo>
                  <a:lnTo>
                    <a:pt x="155823" y="721110"/>
                  </a:lnTo>
                  <a:lnTo>
                    <a:pt x="190209" y="744894"/>
                  </a:lnTo>
                  <a:lnTo>
                    <a:pt x="227534" y="767590"/>
                  </a:lnTo>
                  <a:lnTo>
                    <a:pt x="267666" y="789138"/>
                  </a:lnTo>
                  <a:lnTo>
                    <a:pt x="310477" y="809475"/>
                  </a:lnTo>
                  <a:lnTo>
                    <a:pt x="355837" y="828539"/>
                  </a:lnTo>
                  <a:lnTo>
                    <a:pt x="403615" y="846269"/>
                  </a:lnTo>
                  <a:lnTo>
                    <a:pt x="453681" y="862604"/>
                  </a:lnTo>
                  <a:lnTo>
                    <a:pt x="505907" y="877481"/>
                  </a:lnTo>
                  <a:lnTo>
                    <a:pt x="560161" y="890839"/>
                  </a:lnTo>
                  <a:lnTo>
                    <a:pt x="616314" y="902616"/>
                  </a:lnTo>
                  <a:lnTo>
                    <a:pt x="674237" y="912750"/>
                  </a:lnTo>
                  <a:lnTo>
                    <a:pt x="733798" y="921180"/>
                  </a:lnTo>
                  <a:lnTo>
                    <a:pt x="794869" y="927845"/>
                  </a:lnTo>
                  <a:lnTo>
                    <a:pt x="857319" y="932681"/>
                  </a:lnTo>
                  <a:lnTo>
                    <a:pt x="921018" y="935628"/>
                  </a:lnTo>
                  <a:lnTo>
                    <a:pt x="985837" y="936625"/>
                  </a:lnTo>
                  <a:lnTo>
                    <a:pt x="1050656" y="935628"/>
                  </a:lnTo>
                  <a:lnTo>
                    <a:pt x="1114355" y="932681"/>
                  </a:lnTo>
                  <a:lnTo>
                    <a:pt x="1176805" y="927845"/>
                  </a:lnTo>
                  <a:lnTo>
                    <a:pt x="1237876" y="921180"/>
                  </a:lnTo>
                  <a:lnTo>
                    <a:pt x="1297437" y="912750"/>
                  </a:lnTo>
                  <a:lnTo>
                    <a:pt x="1355360" y="902616"/>
                  </a:lnTo>
                  <a:lnTo>
                    <a:pt x="1411513" y="890839"/>
                  </a:lnTo>
                  <a:lnTo>
                    <a:pt x="1465767" y="877481"/>
                  </a:lnTo>
                  <a:lnTo>
                    <a:pt x="1517993" y="862604"/>
                  </a:lnTo>
                  <a:lnTo>
                    <a:pt x="1568059" y="846269"/>
                  </a:lnTo>
                  <a:lnTo>
                    <a:pt x="1615837" y="828539"/>
                  </a:lnTo>
                  <a:lnTo>
                    <a:pt x="1661197" y="809475"/>
                  </a:lnTo>
                  <a:lnTo>
                    <a:pt x="1704008" y="789138"/>
                  </a:lnTo>
                  <a:lnTo>
                    <a:pt x="1744140" y="767590"/>
                  </a:lnTo>
                  <a:lnTo>
                    <a:pt x="1781465" y="744894"/>
                  </a:lnTo>
                  <a:lnTo>
                    <a:pt x="1815851" y="721110"/>
                  </a:lnTo>
                  <a:lnTo>
                    <a:pt x="1847169" y="696301"/>
                  </a:lnTo>
                  <a:lnTo>
                    <a:pt x="1875289" y="670528"/>
                  </a:lnTo>
                  <a:lnTo>
                    <a:pt x="1921416" y="616337"/>
                  </a:lnTo>
                  <a:lnTo>
                    <a:pt x="1953192" y="559032"/>
                  </a:lnTo>
                  <a:lnTo>
                    <a:pt x="1969578" y="499104"/>
                  </a:lnTo>
                  <a:lnTo>
                    <a:pt x="1971675" y="468312"/>
                  </a:lnTo>
                  <a:lnTo>
                    <a:pt x="1969578" y="437521"/>
                  </a:lnTo>
                  <a:lnTo>
                    <a:pt x="1953192" y="377596"/>
                  </a:lnTo>
                  <a:lnTo>
                    <a:pt x="1921416" y="320291"/>
                  </a:lnTo>
                  <a:lnTo>
                    <a:pt x="1875289" y="266101"/>
                  </a:lnTo>
                  <a:lnTo>
                    <a:pt x="1847169" y="240328"/>
                  </a:lnTo>
                  <a:lnTo>
                    <a:pt x="1815851" y="215519"/>
                  </a:lnTo>
                  <a:lnTo>
                    <a:pt x="1781465" y="191735"/>
                  </a:lnTo>
                  <a:lnTo>
                    <a:pt x="1744140" y="169039"/>
                  </a:lnTo>
                  <a:lnTo>
                    <a:pt x="1704008" y="147491"/>
                  </a:lnTo>
                  <a:lnTo>
                    <a:pt x="1661197" y="127154"/>
                  </a:lnTo>
                  <a:lnTo>
                    <a:pt x="1615837" y="108089"/>
                  </a:lnTo>
                  <a:lnTo>
                    <a:pt x="1568059" y="90358"/>
                  </a:lnTo>
                  <a:lnTo>
                    <a:pt x="1517993" y="74023"/>
                  </a:lnTo>
                  <a:lnTo>
                    <a:pt x="1465767" y="59146"/>
                  </a:lnTo>
                  <a:lnTo>
                    <a:pt x="1411513" y="45787"/>
                  </a:lnTo>
                  <a:lnTo>
                    <a:pt x="1355360" y="34010"/>
                  </a:lnTo>
                  <a:lnTo>
                    <a:pt x="1297437" y="23875"/>
                  </a:lnTo>
                  <a:lnTo>
                    <a:pt x="1237876" y="15444"/>
                  </a:lnTo>
                  <a:lnTo>
                    <a:pt x="1176805" y="8780"/>
                  </a:lnTo>
                  <a:lnTo>
                    <a:pt x="1114355" y="3943"/>
                  </a:lnTo>
                  <a:lnTo>
                    <a:pt x="1050656" y="996"/>
                  </a:lnTo>
                  <a:lnTo>
                    <a:pt x="985837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5" name="object 18"/>
            <p:cNvSpPr/>
            <p:nvPr/>
          </p:nvSpPr>
          <p:spPr>
            <a:xfrm>
              <a:off x="6083280" y="1916280"/>
              <a:ext cx="1971360" cy="936360"/>
            </a:xfrm>
            <a:custGeom>
              <a:avLst/>
              <a:gdLst/>
              <a:ahLst/>
              <a:rect l="l" t="t" r="r" b="b"/>
              <a:pathLst>
                <a:path w="1971675" h="936625">
                  <a:moveTo>
                    <a:pt x="0" y="468312"/>
                  </a:moveTo>
                  <a:lnTo>
                    <a:pt x="8301" y="407261"/>
                  </a:lnTo>
                  <a:lnTo>
                    <a:pt x="32511" y="348583"/>
                  </a:lnTo>
                  <a:lnTo>
                    <a:pt x="71592" y="292774"/>
                  </a:lnTo>
                  <a:lnTo>
                    <a:pt x="124505" y="240326"/>
                  </a:lnTo>
                  <a:lnTo>
                    <a:pt x="155823" y="215517"/>
                  </a:lnTo>
                  <a:lnTo>
                    <a:pt x="190209" y="191733"/>
                  </a:lnTo>
                  <a:lnTo>
                    <a:pt x="227533" y="169036"/>
                  </a:lnTo>
                  <a:lnTo>
                    <a:pt x="267666" y="147489"/>
                  </a:lnTo>
                  <a:lnTo>
                    <a:pt x="310476" y="127152"/>
                  </a:lnTo>
                  <a:lnTo>
                    <a:pt x="355836" y="108087"/>
                  </a:lnTo>
                  <a:lnTo>
                    <a:pt x="403614" y="90357"/>
                  </a:lnTo>
                  <a:lnTo>
                    <a:pt x="453680" y="74022"/>
                  </a:lnTo>
                  <a:lnTo>
                    <a:pt x="505906" y="59145"/>
                  </a:lnTo>
                  <a:lnTo>
                    <a:pt x="560160" y="45786"/>
                  </a:lnTo>
                  <a:lnTo>
                    <a:pt x="616313" y="34009"/>
                  </a:lnTo>
                  <a:lnTo>
                    <a:pt x="674235" y="23874"/>
                  </a:lnTo>
                  <a:lnTo>
                    <a:pt x="733797" y="15444"/>
                  </a:lnTo>
                  <a:lnTo>
                    <a:pt x="794868" y="8780"/>
                  </a:lnTo>
                  <a:lnTo>
                    <a:pt x="857318" y="3943"/>
                  </a:lnTo>
                  <a:lnTo>
                    <a:pt x="921017" y="996"/>
                  </a:lnTo>
                  <a:lnTo>
                    <a:pt x="985836" y="0"/>
                  </a:lnTo>
                  <a:lnTo>
                    <a:pt x="1050655" y="996"/>
                  </a:lnTo>
                  <a:lnTo>
                    <a:pt x="1114355" y="3943"/>
                  </a:lnTo>
                  <a:lnTo>
                    <a:pt x="1176805" y="8780"/>
                  </a:lnTo>
                  <a:lnTo>
                    <a:pt x="1237876" y="15444"/>
                  </a:lnTo>
                  <a:lnTo>
                    <a:pt x="1297437" y="23874"/>
                  </a:lnTo>
                  <a:lnTo>
                    <a:pt x="1355360" y="34009"/>
                  </a:lnTo>
                  <a:lnTo>
                    <a:pt x="1411513" y="45786"/>
                  </a:lnTo>
                  <a:lnTo>
                    <a:pt x="1465768" y="59145"/>
                  </a:lnTo>
                  <a:lnTo>
                    <a:pt x="1517994" y="74022"/>
                  </a:lnTo>
                  <a:lnTo>
                    <a:pt x="1568060" y="90357"/>
                  </a:lnTo>
                  <a:lnTo>
                    <a:pt x="1615839" y="108087"/>
                  </a:lnTo>
                  <a:lnTo>
                    <a:pt x="1661198" y="127152"/>
                  </a:lnTo>
                  <a:lnTo>
                    <a:pt x="1704010" y="147489"/>
                  </a:lnTo>
                  <a:lnTo>
                    <a:pt x="1744143" y="169036"/>
                  </a:lnTo>
                  <a:lnTo>
                    <a:pt x="1781467" y="191733"/>
                  </a:lnTo>
                  <a:lnTo>
                    <a:pt x="1815854" y="215517"/>
                  </a:lnTo>
                  <a:lnTo>
                    <a:pt x="1847172" y="240326"/>
                  </a:lnTo>
                  <a:lnTo>
                    <a:pt x="1875292" y="266099"/>
                  </a:lnTo>
                  <a:lnTo>
                    <a:pt x="1921419" y="320289"/>
                  </a:lnTo>
                  <a:lnTo>
                    <a:pt x="1953195" y="377594"/>
                  </a:lnTo>
                  <a:lnTo>
                    <a:pt x="1969581" y="437520"/>
                  </a:lnTo>
                  <a:lnTo>
                    <a:pt x="1971678" y="468312"/>
                  </a:lnTo>
                  <a:lnTo>
                    <a:pt x="1969581" y="499104"/>
                  </a:lnTo>
                  <a:lnTo>
                    <a:pt x="1953195" y="559030"/>
                  </a:lnTo>
                  <a:lnTo>
                    <a:pt x="1921419" y="616335"/>
                  </a:lnTo>
                  <a:lnTo>
                    <a:pt x="1875292" y="670526"/>
                  </a:lnTo>
                  <a:lnTo>
                    <a:pt x="1847172" y="696299"/>
                  </a:lnTo>
                  <a:lnTo>
                    <a:pt x="1815854" y="721108"/>
                  </a:lnTo>
                  <a:lnTo>
                    <a:pt x="1781467" y="744891"/>
                  </a:lnTo>
                  <a:lnTo>
                    <a:pt x="1744143" y="767588"/>
                  </a:lnTo>
                  <a:lnTo>
                    <a:pt x="1704010" y="789136"/>
                  </a:lnTo>
                  <a:lnTo>
                    <a:pt x="1661198" y="809472"/>
                  </a:lnTo>
                  <a:lnTo>
                    <a:pt x="1615839" y="828537"/>
                  </a:lnTo>
                  <a:lnTo>
                    <a:pt x="1568060" y="846268"/>
                  </a:lnTo>
                  <a:lnTo>
                    <a:pt x="1517994" y="862602"/>
                  </a:lnTo>
                  <a:lnTo>
                    <a:pt x="1465768" y="877480"/>
                  </a:lnTo>
                  <a:lnTo>
                    <a:pt x="1411513" y="890838"/>
                  </a:lnTo>
                  <a:lnTo>
                    <a:pt x="1355360" y="902615"/>
                  </a:lnTo>
                  <a:lnTo>
                    <a:pt x="1297437" y="912750"/>
                  </a:lnTo>
                  <a:lnTo>
                    <a:pt x="1237876" y="921180"/>
                  </a:lnTo>
                  <a:lnTo>
                    <a:pt x="1176805" y="927845"/>
                  </a:lnTo>
                  <a:lnTo>
                    <a:pt x="1114355" y="932681"/>
                  </a:lnTo>
                  <a:lnTo>
                    <a:pt x="1050655" y="935629"/>
                  </a:lnTo>
                  <a:lnTo>
                    <a:pt x="985836" y="936625"/>
                  </a:lnTo>
                  <a:lnTo>
                    <a:pt x="921017" y="935629"/>
                  </a:lnTo>
                  <a:lnTo>
                    <a:pt x="857318" y="932681"/>
                  </a:lnTo>
                  <a:lnTo>
                    <a:pt x="794868" y="927845"/>
                  </a:lnTo>
                  <a:lnTo>
                    <a:pt x="733797" y="921180"/>
                  </a:lnTo>
                  <a:lnTo>
                    <a:pt x="674235" y="912750"/>
                  </a:lnTo>
                  <a:lnTo>
                    <a:pt x="616313" y="902615"/>
                  </a:lnTo>
                  <a:lnTo>
                    <a:pt x="560160" y="890838"/>
                  </a:lnTo>
                  <a:lnTo>
                    <a:pt x="505906" y="877480"/>
                  </a:lnTo>
                  <a:lnTo>
                    <a:pt x="453680" y="862602"/>
                  </a:lnTo>
                  <a:lnTo>
                    <a:pt x="403614" y="846268"/>
                  </a:lnTo>
                  <a:lnTo>
                    <a:pt x="355836" y="828537"/>
                  </a:lnTo>
                  <a:lnTo>
                    <a:pt x="310476" y="809472"/>
                  </a:lnTo>
                  <a:lnTo>
                    <a:pt x="267666" y="789136"/>
                  </a:lnTo>
                  <a:lnTo>
                    <a:pt x="227533" y="767588"/>
                  </a:lnTo>
                  <a:lnTo>
                    <a:pt x="190209" y="744891"/>
                  </a:lnTo>
                  <a:lnTo>
                    <a:pt x="155823" y="721108"/>
                  </a:lnTo>
                  <a:lnTo>
                    <a:pt x="124505" y="696299"/>
                  </a:lnTo>
                  <a:lnTo>
                    <a:pt x="96385" y="670526"/>
                  </a:lnTo>
                  <a:lnTo>
                    <a:pt x="50258" y="616335"/>
                  </a:lnTo>
                  <a:lnTo>
                    <a:pt x="18482" y="559030"/>
                  </a:lnTo>
                  <a:lnTo>
                    <a:pt x="2096" y="499104"/>
                  </a:lnTo>
                  <a:lnTo>
                    <a:pt x="0" y="468312"/>
                  </a:lnTo>
                  <a:close/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46" name="object 19"/>
          <p:cNvSpPr/>
          <p:nvPr/>
        </p:nvSpPr>
        <p:spPr>
          <a:xfrm>
            <a:off x="6653880" y="2234520"/>
            <a:ext cx="8308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600" spc="-7" strike="noStrike">
                <a:solidFill>
                  <a:srgbClr val="ffffff"/>
                </a:solidFill>
                <a:latin typeface="Calibri"/>
                <a:ea typeface="MS PGothic"/>
              </a:rPr>
              <a:t>Controle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547" name="object 20"/>
          <p:cNvSpPr/>
          <p:nvPr/>
        </p:nvSpPr>
        <p:spPr>
          <a:xfrm>
            <a:off x="967680" y="3246120"/>
            <a:ext cx="1875600" cy="19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ts val="2129"/>
              </a:lnSpc>
              <a:spcBef>
                <a:spcPts val="99"/>
              </a:spcBef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MS PGothic"/>
              </a:rPr>
              <a:t>Pré</a:t>
            </a:r>
            <a:r>
              <a:rPr b="1" lang="en-US" sz="1800" spc="-1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1" i="1" lang="en-US" sz="1800" spc="-7" strike="noStrike">
                <a:solidFill>
                  <a:srgbClr val="000000"/>
                </a:solidFill>
                <a:latin typeface="Calibri"/>
                <a:ea typeface="MS PGothic"/>
              </a:rPr>
              <a:t>baseline</a:t>
            </a:r>
            <a:r>
              <a:rPr b="1" lang="en-US" sz="1800" spc="-7" strike="noStrike">
                <a:solidFill>
                  <a:srgbClr val="000000"/>
                </a:solidFill>
                <a:latin typeface="Calibri"/>
                <a:ea typeface="MS PGothic"/>
              </a:rPr>
              <a:t>:</a:t>
            </a:r>
            <a:endParaRPr b="0" lang="pt-BR" sz="1800" spc="-1" strike="noStrike">
              <a:latin typeface="Arial"/>
            </a:endParaRPr>
          </a:p>
          <a:p>
            <a:pPr marL="127080" indent="-114840">
              <a:lnSpc>
                <a:spcPts val="2129"/>
              </a:lnSpc>
              <a:buClr>
                <a:srgbClr val="000000"/>
              </a:buClr>
              <a:buSzPct val="94000"/>
              <a:buFont typeface="Symbol" charset="2"/>
              <a:buChar char=""/>
              <a:tabLst>
                <a:tab algn="l" pos="12780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MS PGothic"/>
              </a:rPr>
              <a:t>Informal</a:t>
            </a:r>
            <a:endParaRPr b="0" lang="pt-BR" sz="1800" spc="-1" strike="noStrike">
              <a:latin typeface="Arial"/>
            </a:endParaRPr>
          </a:p>
          <a:p>
            <a:pPr marL="127080" indent="-114840">
              <a:lnSpc>
                <a:spcPts val="2129"/>
              </a:lnSpc>
              <a:spcBef>
                <a:spcPts val="40"/>
              </a:spcBef>
              <a:buClr>
                <a:srgbClr val="000000"/>
              </a:buClr>
              <a:buSzPct val="94000"/>
              <a:buFont typeface="Symbol" charset="2"/>
              <a:buChar char=""/>
              <a:tabLst>
                <a:tab algn="l" pos="1278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MS PGothic"/>
              </a:rPr>
              <a:t>Sem</a:t>
            </a:r>
            <a:r>
              <a:rPr b="0" lang="en-US" sz="1800" spc="-55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MS PGothic"/>
              </a:rPr>
              <a:t>requisição</a:t>
            </a:r>
            <a:endParaRPr b="0" lang="pt-BR" sz="1800" spc="-1" strike="noStrike">
              <a:latin typeface="Arial"/>
            </a:endParaRPr>
          </a:p>
          <a:p>
            <a:pPr marL="127080" indent="-114840">
              <a:lnSpc>
                <a:spcPts val="2129"/>
              </a:lnSpc>
              <a:buClr>
                <a:srgbClr val="000000"/>
              </a:buClr>
              <a:buSzPct val="94000"/>
              <a:buFont typeface="Symbol" charset="2"/>
              <a:buChar char=""/>
              <a:tabLst>
                <a:tab algn="l" pos="1278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MS PGothic"/>
              </a:rPr>
              <a:t>Sem</a:t>
            </a:r>
            <a:r>
              <a:rPr b="0" lang="en-US" sz="1800" spc="-7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MS PGothic"/>
              </a:rPr>
              <a:t>aprovação</a:t>
            </a:r>
            <a:endParaRPr b="0" lang="pt-BR" sz="1800" spc="-1" strike="noStrike">
              <a:latin typeface="Arial"/>
            </a:endParaRPr>
          </a:p>
          <a:p>
            <a:pPr marL="127080" indent="-114840">
              <a:lnSpc>
                <a:spcPts val="2129"/>
              </a:lnSpc>
              <a:spcBef>
                <a:spcPts val="40"/>
              </a:spcBef>
              <a:buClr>
                <a:srgbClr val="000000"/>
              </a:buClr>
              <a:buSzPct val="94000"/>
              <a:buFont typeface="Symbol" charset="2"/>
              <a:buChar char=""/>
              <a:tabLst>
                <a:tab algn="l" pos="1278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MS PGothic"/>
              </a:rPr>
              <a:t>Sem</a:t>
            </a:r>
            <a:r>
              <a:rPr b="0" lang="en-US" sz="1800" spc="-5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MS PGothic"/>
              </a:rPr>
              <a:t>veriﬁcação</a:t>
            </a:r>
            <a:endParaRPr b="0" lang="pt-BR" sz="1800" spc="-1" strike="noStrike">
              <a:latin typeface="Arial"/>
            </a:endParaRPr>
          </a:p>
          <a:p>
            <a:pPr marL="127080" indent="-114840">
              <a:lnSpc>
                <a:spcPts val="2129"/>
              </a:lnSpc>
              <a:buClr>
                <a:srgbClr val="000000"/>
              </a:buClr>
              <a:buSzPct val="94000"/>
              <a:buFont typeface="Symbol" charset="2"/>
              <a:buChar char=""/>
              <a:tabLst>
                <a:tab algn="l" pos="1278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MS PGothic"/>
              </a:rPr>
              <a:t>Ágil</a:t>
            </a:r>
            <a:endParaRPr b="0" lang="pt-BR" sz="1800" spc="-1" strike="noStrike">
              <a:latin typeface="Arial"/>
            </a:endParaRPr>
          </a:p>
          <a:p>
            <a:pPr marL="127080" indent="-114840">
              <a:lnSpc>
                <a:spcPct val="100000"/>
              </a:lnSpc>
              <a:spcBef>
                <a:spcPts val="40"/>
              </a:spcBef>
              <a:buClr>
                <a:srgbClr val="000000"/>
              </a:buClr>
              <a:buSzPct val="94000"/>
              <a:buFont typeface="Symbol" charset="2"/>
              <a:buChar char=""/>
              <a:tabLst>
                <a:tab algn="l" pos="1278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MS PGothic"/>
              </a:rPr>
              <a:t>Ad-hoc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548" name="object 21"/>
          <p:cNvSpPr/>
          <p:nvPr/>
        </p:nvSpPr>
        <p:spPr>
          <a:xfrm>
            <a:off x="6158880" y="3246120"/>
            <a:ext cx="2317320" cy="19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ts val="2129"/>
              </a:lnSpc>
              <a:spcBef>
                <a:spcPts val="99"/>
              </a:spcBef>
            </a:pPr>
            <a:r>
              <a:rPr b="1" lang="en-US" sz="1800" spc="-7" strike="noStrike">
                <a:solidFill>
                  <a:srgbClr val="000000"/>
                </a:solidFill>
                <a:latin typeface="Calibri"/>
                <a:ea typeface="MS PGothic"/>
              </a:rPr>
              <a:t>Pós </a:t>
            </a:r>
            <a:r>
              <a:rPr b="1" i="1" lang="en-US" sz="1800" spc="-7" strike="noStrike">
                <a:solidFill>
                  <a:srgbClr val="000000"/>
                </a:solidFill>
                <a:latin typeface="Calibri"/>
                <a:ea typeface="MS PGothic"/>
              </a:rPr>
              <a:t>baseline</a:t>
            </a:r>
            <a:r>
              <a:rPr b="1" lang="en-US" sz="1800" spc="-7" strike="noStrike">
                <a:solidFill>
                  <a:srgbClr val="000000"/>
                </a:solidFill>
                <a:latin typeface="Calibri"/>
                <a:ea typeface="MS PGothic"/>
              </a:rPr>
              <a:t>:</a:t>
            </a:r>
            <a:endParaRPr b="0" lang="pt-BR" sz="1800" spc="-1" strike="noStrike">
              <a:latin typeface="Arial"/>
            </a:endParaRPr>
          </a:p>
          <a:p>
            <a:pPr marL="127080" indent="-114840">
              <a:lnSpc>
                <a:spcPts val="2129"/>
              </a:lnSpc>
              <a:buClr>
                <a:srgbClr val="000000"/>
              </a:buClr>
              <a:buSzPct val="94000"/>
              <a:buFont typeface="Symbol" charset="2"/>
              <a:buChar char=""/>
              <a:tabLst>
                <a:tab algn="l" pos="12780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MS PGothic"/>
              </a:rPr>
              <a:t>Formal</a:t>
            </a:r>
            <a:endParaRPr b="0" lang="pt-BR" sz="1800" spc="-1" strike="noStrike">
              <a:latin typeface="Arial"/>
            </a:endParaRPr>
          </a:p>
          <a:p>
            <a:pPr marL="127080" indent="-114840">
              <a:lnSpc>
                <a:spcPts val="2129"/>
              </a:lnSpc>
              <a:spcBef>
                <a:spcPts val="40"/>
              </a:spcBef>
              <a:buClr>
                <a:srgbClr val="000000"/>
              </a:buClr>
              <a:buSzPct val="94000"/>
              <a:buFont typeface="Symbol" charset="2"/>
              <a:buChar char=""/>
              <a:tabLst>
                <a:tab algn="l" pos="12780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MS PGothic"/>
              </a:rPr>
              <a:t>Com</a:t>
            </a:r>
            <a:r>
              <a:rPr b="0" lang="en-US" sz="1800" spc="-46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MS PGothic"/>
              </a:rPr>
              <a:t>requisição</a:t>
            </a:r>
            <a:endParaRPr b="0" lang="pt-BR" sz="1800" spc="-1" strike="noStrike">
              <a:latin typeface="Arial"/>
            </a:endParaRPr>
          </a:p>
          <a:p>
            <a:pPr marL="127080" indent="-114840">
              <a:lnSpc>
                <a:spcPts val="2129"/>
              </a:lnSpc>
              <a:buClr>
                <a:srgbClr val="000000"/>
              </a:buClr>
              <a:buSzPct val="94000"/>
              <a:buFont typeface="Symbol" charset="2"/>
              <a:buChar char=""/>
              <a:tabLst>
                <a:tab algn="l" pos="12780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MS PGothic"/>
              </a:rPr>
              <a:t>Com</a:t>
            </a:r>
            <a:r>
              <a:rPr b="0" lang="en-US" sz="1800" spc="-60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MS PGothic"/>
              </a:rPr>
              <a:t>aprovação</a:t>
            </a:r>
            <a:endParaRPr b="0" lang="pt-BR" sz="1800" spc="-1" strike="noStrike">
              <a:latin typeface="Arial"/>
            </a:endParaRPr>
          </a:p>
          <a:p>
            <a:pPr marL="127080" indent="-114840">
              <a:lnSpc>
                <a:spcPts val="2129"/>
              </a:lnSpc>
              <a:spcBef>
                <a:spcPts val="40"/>
              </a:spcBef>
              <a:buClr>
                <a:srgbClr val="000000"/>
              </a:buClr>
              <a:buSzPct val="94000"/>
              <a:buFont typeface="Symbol" charset="2"/>
              <a:buChar char=""/>
              <a:tabLst>
                <a:tab algn="l" pos="12780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MS PGothic"/>
              </a:rPr>
              <a:t>Com veriﬁcação</a:t>
            </a:r>
            <a:endParaRPr b="0" lang="pt-BR" sz="1800" spc="-1" strike="noStrike">
              <a:latin typeface="Arial"/>
            </a:endParaRPr>
          </a:p>
          <a:p>
            <a:pPr marL="127080" indent="-114840">
              <a:lnSpc>
                <a:spcPts val="2129"/>
              </a:lnSpc>
              <a:buClr>
                <a:srgbClr val="000000"/>
              </a:buClr>
              <a:buSzPct val="94000"/>
              <a:buFont typeface="Symbol" charset="2"/>
              <a:buChar char=""/>
              <a:tabLst>
                <a:tab algn="l" pos="12780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MS PGothic"/>
              </a:rPr>
              <a:t>Burocrático</a:t>
            </a:r>
            <a:endParaRPr b="0" lang="pt-BR" sz="1800" spc="-1" strike="noStrike">
              <a:latin typeface="Arial"/>
            </a:endParaRPr>
          </a:p>
          <a:p>
            <a:pPr marL="127080" indent="-114840">
              <a:lnSpc>
                <a:spcPct val="100000"/>
              </a:lnSpc>
              <a:spcBef>
                <a:spcPts val="40"/>
              </a:spcBef>
              <a:buClr>
                <a:srgbClr val="000000"/>
              </a:buClr>
              <a:buSzPct val="94000"/>
              <a:buFont typeface="Symbol" charset="2"/>
              <a:buChar char=""/>
              <a:tabLst>
                <a:tab algn="l" pos="1278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MS PGothic"/>
              </a:rPr>
              <a:t>Planejado e</a:t>
            </a:r>
            <a:r>
              <a:rPr b="0" lang="en-US" sz="1800" spc="-60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MS PGothic"/>
              </a:rPr>
              <a:t>Controlado</a:t>
            </a:r>
            <a:endParaRPr b="0" lang="pt-BR" sz="1800" spc="-1" strike="noStrike">
              <a:latin typeface="Arial"/>
            </a:endParaRPr>
          </a:p>
        </p:txBody>
      </p:sp>
      <p:grpSp>
        <p:nvGrpSpPr>
          <p:cNvPr id="549" name="object 22"/>
          <p:cNvGrpSpPr/>
          <p:nvPr/>
        </p:nvGrpSpPr>
        <p:grpSpPr>
          <a:xfrm>
            <a:off x="3244680" y="1979640"/>
            <a:ext cx="2412720" cy="812520"/>
            <a:chOff x="3244680" y="1979640"/>
            <a:chExt cx="2412720" cy="812520"/>
          </a:xfrm>
        </p:grpSpPr>
        <p:sp>
          <p:nvSpPr>
            <p:cNvPr id="550" name="object 23"/>
            <p:cNvSpPr/>
            <p:nvPr/>
          </p:nvSpPr>
          <p:spPr>
            <a:xfrm>
              <a:off x="3244680" y="1979640"/>
              <a:ext cx="2412720" cy="812520"/>
            </a:xfrm>
            <a:custGeom>
              <a:avLst/>
              <a:gdLst/>
              <a:ahLst/>
              <a:rect l="l" t="t" r="r" b="b"/>
              <a:pathLst>
                <a:path w="2413000" h="812800">
                  <a:moveTo>
                    <a:pt x="1930400" y="0"/>
                  </a:moveTo>
                  <a:lnTo>
                    <a:pt x="1930400" y="203200"/>
                  </a:lnTo>
                  <a:lnTo>
                    <a:pt x="482600" y="203200"/>
                  </a:lnTo>
                  <a:lnTo>
                    <a:pt x="482600" y="0"/>
                  </a:lnTo>
                  <a:lnTo>
                    <a:pt x="0" y="406400"/>
                  </a:lnTo>
                  <a:lnTo>
                    <a:pt x="482600" y="812800"/>
                  </a:lnTo>
                  <a:lnTo>
                    <a:pt x="482600" y="609600"/>
                  </a:lnTo>
                  <a:lnTo>
                    <a:pt x="1930400" y="609600"/>
                  </a:lnTo>
                  <a:lnTo>
                    <a:pt x="1930400" y="812800"/>
                  </a:lnTo>
                  <a:lnTo>
                    <a:pt x="2413000" y="406400"/>
                  </a:lnTo>
                  <a:lnTo>
                    <a:pt x="1930400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1" name="object 24"/>
            <p:cNvSpPr/>
            <p:nvPr/>
          </p:nvSpPr>
          <p:spPr>
            <a:xfrm>
              <a:off x="3244680" y="1979640"/>
              <a:ext cx="2412720" cy="812520"/>
            </a:xfrm>
            <a:custGeom>
              <a:avLst/>
              <a:gdLst/>
              <a:ahLst/>
              <a:rect l="l" t="t" r="r" b="b"/>
              <a:pathLst>
                <a:path w="2413000" h="812800">
                  <a:moveTo>
                    <a:pt x="0" y="406399"/>
                  </a:moveTo>
                  <a:lnTo>
                    <a:pt x="482599" y="0"/>
                  </a:lnTo>
                  <a:lnTo>
                    <a:pt x="482599" y="203199"/>
                  </a:lnTo>
                  <a:lnTo>
                    <a:pt x="1930398" y="203199"/>
                  </a:lnTo>
                  <a:lnTo>
                    <a:pt x="1930398" y="0"/>
                  </a:lnTo>
                  <a:lnTo>
                    <a:pt x="2412998" y="406399"/>
                  </a:lnTo>
                  <a:lnTo>
                    <a:pt x="1930398" y="812799"/>
                  </a:lnTo>
                  <a:lnTo>
                    <a:pt x="1930398" y="609599"/>
                  </a:lnTo>
                  <a:lnTo>
                    <a:pt x="482599" y="609599"/>
                  </a:lnTo>
                  <a:lnTo>
                    <a:pt x="482599" y="812799"/>
                  </a:lnTo>
                  <a:lnTo>
                    <a:pt x="0" y="406399"/>
                  </a:lnTo>
                  <a:close/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52" name="object 25"/>
          <p:cNvSpPr/>
          <p:nvPr/>
        </p:nvSpPr>
        <p:spPr>
          <a:xfrm>
            <a:off x="3641040" y="2236320"/>
            <a:ext cx="161244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MS PGothic"/>
              </a:rPr>
              <a:t>Nível de</a:t>
            </a:r>
            <a:r>
              <a:rPr b="0" lang="en-US" sz="1600" spc="-72" strike="noStrike">
                <a:solidFill>
                  <a:srgbClr val="ffffff"/>
                </a:solidFill>
                <a:latin typeface="Calibri"/>
                <a:ea typeface="MS PGothic"/>
              </a:rPr>
              <a:t> </a:t>
            </a:r>
            <a:r>
              <a:rPr b="0" lang="en-US" sz="1600" spc="-7" strike="noStrike">
                <a:solidFill>
                  <a:srgbClr val="ffffff"/>
                </a:solidFill>
                <a:latin typeface="Calibri"/>
                <a:ea typeface="MS PGothic"/>
              </a:rPr>
              <a:t>controle</a:t>
            </a:r>
            <a:endParaRPr b="0" lang="pt-B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object 12"/>
          <p:cNvSpPr/>
          <p:nvPr/>
        </p:nvSpPr>
        <p:spPr>
          <a:xfrm>
            <a:off x="423720" y="4482720"/>
            <a:ext cx="1666440" cy="12618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54" name="object 13"/>
          <p:cNvGrpSpPr/>
          <p:nvPr/>
        </p:nvGrpSpPr>
        <p:grpSpPr>
          <a:xfrm>
            <a:off x="4066920" y="4339800"/>
            <a:ext cx="1785960" cy="719640"/>
            <a:chOff x="4066920" y="4339800"/>
            <a:chExt cx="1785960" cy="719640"/>
          </a:xfrm>
        </p:grpSpPr>
        <p:sp>
          <p:nvSpPr>
            <p:cNvPr id="555" name="object 14"/>
            <p:cNvSpPr/>
            <p:nvPr/>
          </p:nvSpPr>
          <p:spPr>
            <a:xfrm>
              <a:off x="4066920" y="4339800"/>
              <a:ext cx="1785960" cy="719640"/>
            </a:xfrm>
            <a:custGeom>
              <a:avLst/>
              <a:gdLst/>
              <a:ahLst/>
              <a:rect l="l" t="t" r="r" b="b"/>
              <a:pathLst>
                <a:path w="1786254" h="720089">
                  <a:moveTo>
                    <a:pt x="892975" y="0"/>
                  </a:moveTo>
                  <a:lnTo>
                    <a:pt x="815927" y="440"/>
                  </a:lnTo>
                  <a:lnTo>
                    <a:pt x="740699" y="1737"/>
                  </a:lnTo>
                  <a:lnTo>
                    <a:pt x="667558" y="3855"/>
                  </a:lnTo>
                  <a:lnTo>
                    <a:pt x="596774" y="6758"/>
                  </a:lnTo>
                  <a:lnTo>
                    <a:pt x="528613" y="10410"/>
                  </a:lnTo>
                  <a:lnTo>
                    <a:pt x="463345" y="14775"/>
                  </a:lnTo>
                  <a:lnTo>
                    <a:pt x="401236" y="19816"/>
                  </a:lnTo>
                  <a:lnTo>
                    <a:pt x="342556" y="25499"/>
                  </a:lnTo>
                  <a:lnTo>
                    <a:pt x="287572" y="31786"/>
                  </a:lnTo>
                  <a:lnTo>
                    <a:pt x="236552" y="38642"/>
                  </a:lnTo>
                  <a:lnTo>
                    <a:pt x="189765" y="46031"/>
                  </a:lnTo>
                  <a:lnTo>
                    <a:pt x="147478" y="53916"/>
                  </a:lnTo>
                  <a:lnTo>
                    <a:pt x="109959" y="62263"/>
                  </a:lnTo>
                  <a:lnTo>
                    <a:pt x="50300" y="80194"/>
                  </a:lnTo>
                  <a:lnTo>
                    <a:pt x="12932" y="99536"/>
                  </a:lnTo>
                  <a:lnTo>
                    <a:pt x="0" y="120002"/>
                  </a:lnTo>
                  <a:lnTo>
                    <a:pt x="0" y="599998"/>
                  </a:lnTo>
                  <a:lnTo>
                    <a:pt x="28696" y="630289"/>
                  </a:lnTo>
                  <a:lnTo>
                    <a:pt x="77477" y="648961"/>
                  </a:lnTo>
                  <a:lnTo>
                    <a:pt x="147478" y="666078"/>
                  </a:lnTo>
                  <a:lnTo>
                    <a:pt x="189765" y="673964"/>
                  </a:lnTo>
                  <a:lnTo>
                    <a:pt x="236552" y="681353"/>
                  </a:lnTo>
                  <a:lnTo>
                    <a:pt x="287572" y="688210"/>
                  </a:lnTo>
                  <a:lnTo>
                    <a:pt x="342556" y="694497"/>
                  </a:lnTo>
                  <a:lnTo>
                    <a:pt x="401236" y="700180"/>
                  </a:lnTo>
                  <a:lnTo>
                    <a:pt x="463345" y="705223"/>
                  </a:lnTo>
                  <a:lnTo>
                    <a:pt x="528613" y="709588"/>
                  </a:lnTo>
                  <a:lnTo>
                    <a:pt x="596774" y="713240"/>
                  </a:lnTo>
                  <a:lnTo>
                    <a:pt x="667558" y="716144"/>
                  </a:lnTo>
                  <a:lnTo>
                    <a:pt x="740699" y="718262"/>
                  </a:lnTo>
                  <a:lnTo>
                    <a:pt x="815927" y="719560"/>
                  </a:lnTo>
                  <a:lnTo>
                    <a:pt x="892975" y="720001"/>
                  </a:lnTo>
                  <a:lnTo>
                    <a:pt x="970022" y="719560"/>
                  </a:lnTo>
                  <a:lnTo>
                    <a:pt x="1045250" y="718262"/>
                  </a:lnTo>
                  <a:lnTo>
                    <a:pt x="1118390" y="716144"/>
                  </a:lnTo>
                  <a:lnTo>
                    <a:pt x="1189174" y="713240"/>
                  </a:lnTo>
                  <a:lnTo>
                    <a:pt x="1257334" y="709588"/>
                  </a:lnTo>
                  <a:lnTo>
                    <a:pt x="1322602" y="705223"/>
                  </a:lnTo>
                  <a:lnTo>
                    <a:pt x="1384709" y="700180"/>
                  </a:lnTo>
                  <a:lnTo>
                    <a:pt x="1443388" y="694497"/>
                  </a:lnTo>
                  <a:lnTo>
                    <a:pt x="1498372" y="688210"/>
                  </a:lnTo>
                  <a:lnTo>
                    <a:pt x="1549390" y="681353"/>
                  </a:lnTo>
                  <a:lnTo>
                    <a:pt x="1596177" y="673964"/>
                  </a:lnTo>
                  <a:lnTo>
                    <a:pt x="1638463" y="666078"/>
                  </a:lnTo>
                  <a:lnTo>
                    <a:pt x="1675980" y="657732"/>
                  </a:lnTo>
                  <a:lnTo>
                    <a:pt x="1735638" y="639801"/>
                  </a:lnTo>
                  <a:lnTo>
                    <a:pt x="1773005" y="620461"/>
                  </a:lnTo>
                  <a:lnTo>
                    <a:pt x="1785937" y="599998"/>
                  </a:lnTo>
                  <a:lnTo>
                    <a:pt x="1785937" y="120002"/>
                  </a:lnTo>
                  <a:lnTo>
                    <a:pt x="1757242" y="89707"/>
                  </a:lnTo>
                  <a:lnTo>
                    <a:pt x="1708461" y="71034"/>
                  </a:lnTo>
                  <a:lnTo>
                    <a:pt x="1638463" y="53916"/>
                  </a:lnTo>
                  <a:lnTo>
                    <a:pt x="1596177" y="46031"/>
                  </a:lnTo>
                  <a:lnTo>
                    <a:pt x="1549390" y="38642"/>
                  </a:lnTo>
                  <a:lnTo>
                    <a:pt x="1498372" y="31786"/>
                  </a:lnTo>
                  <a:lnTo>
                    <a:pt x="1443388" y="25499"/>
                  </a:lnTo>
                  <a:lnTo>
                    <a:pt x="1384709" y="19816"/>
                  </a:lnTo>
                  <a:lnTo>
                    <a:pt x="1322602" y="14775"/>
                  </a:lnTo>
                  <a:lnTo>
                    <a:pt x="1257334" y="10410"/>
                  </a:lnTo>
                  <a:lnTo>
                    <a:pt x="1189174" y="6758"/>
                  </a:lnTo>
                  <a:lnTo>
                    <a:pt x="1118390" y="3855"/>
                  </a:lnTo>
                  <a:lnTo>
                    <a:pt x="1045250" y="1737"/>
                  </a:lnTo>
                  <a:lnTo>
                    <a:pt x="970022" y="440"/>
                  </a:lnTo>
                  <a:lnTo>
                    <a:pt x="892975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6" name="object 15"/>
            <p:cNvSpPr/>
            <p:nvPr/>
          </p:nvSpPr>
          <p:spPr>
            <a:xfrm>
              <a:off x="4066920" y="4339800"/>
              <a:ext cx="1785960" cy="719640"/>
            </a:xfrm>
            <a:custGeom>
              <a:avLst/>
              <a:gdLst/>
              <a:ahLst/>
              <a:rect l="l" t="t" r="r" b="b"/>
              <a:pathLst>
                <a:path w="1786254" h="720089">
                  <a:moveTo>
                    <a:pt x="1785938" y="119999"/>
                  </a:moveTo>
                  <a:lnTo>
                    <a:pt x="1757243" y="150292"/>
                  </a:lnTo>
                  <a:lnTo>
                    <a:pt x="1708462" y="168964"/>
                  </a:lnTo>
                  <a:lnTo>
                    <a:pt x="1638463" y="186081"/>
                  </a:lnTo>
                  <a:lnTo>
                    <a:pt x="1596176" y="193966"/>
                  </a:lnTo>
                  <a:lnTo>
                    <a:pt x="1549389" y="201355"/>
                  </a:lnTo>
                  <a:lnTo>
                    <a:pt x="1498370" y="208211"/>
                  </a:lnTo>
                  <a:lnTo>
                    <a:pt x="1443387" y="214499"/>
                  </a:lnTo>
                  <a:lnTo>
                    <a:pt x="1384707" y="220181"/>
                  </a:lnTo>
                  <a:lnTo>
                    <a:pt x="1322598" y="225223"/>
                  </a:lnTo>
                  <a:lnTo>
                    <a:pt x="1257330" y="229588"/>
                  </a:lnTo>
                  <a:lnTo>
                    <a:pt x="1189170" y="233240"/>
                  </a:lnTo>
                  <a:lnTo>
                    <a:pt x="1118385" y="236143"/>
                  </a:lnTo>
                  <a:lnTo>
                    <a:pt x="1045244" y="238261"/>
                  </a:lnTo>
                  <a:lnTo>
                    <a:pt x="970016" y="239559"/>
                  </a:lnTo>
                  <a:lnTo>
                    <a:pt x="892967" y="239999"/>
                  </a:lnTo>
                  <a:lnTo>
                    <a:pt x="815918" y="239559"/>
                  </a:lnTo>
                  <a:lnTo>
                    <a:pt x="740690" y="238261"/>
                  </a:lnTo>
                  <a:lnTo>
                    <a:pt x="667549" y="236143"/>
                  </a:lnTo>
                  <a:lnTo>
                    <a:pt x="596765" y="233240"/>
                  </a:lnTo>
                  <a:lnTo>
                    <a:pt x="528604" y="229588"/>
                  </a:lnTo>
                  <a:lnTo>
                    <a:pt x="463336" y="225223"/>
                  </a:lnTo>
                  <a:lnTo>
                    <a:pt x="401228" y="220181"/>
                  </a:lnTo>
                  <a:lnTo>
                    <a:pt x="342549" y="214499"/>
                  </a:lnTo>
                  <a:lnTo>
                    <a:pt x="287565" y="208211"/>
                  </a:lnTo>
                  <a:lnTo>
                    <a:pt x="236546" y="201355"/>
                  </a:lnTo>
                  <a:lnTo>
                    <a:pt x="189760" y="193966"/>
                  </a:lnTo>
                  <a:lnTo>
                    <a:pt x="147474" y="186081"/>
                  </a:lnTo>
                  <a:lnTo>
                    <a:pt x="109956" y="177734"/>
                  </a:lnTo>
                  <a:lnTo>
                    <a:pt x="50299" y="159804"/>
                  </a:lnTo>
                  <a:lnTo>
                    <a:pt x="12932" y="140463"/>
                  </a:lnTo>
                  <a:lnTo>
                    <a:pt x="3277" y="130353"/>
                  </a:lnTo>
                  <a:lnTo>
                    <a:pt x="0" y="119999"/>
                  </a:lnTo>
                  <a:moveTo>
                    <a:pt x="0" y="119999"/>
                  </a:moveTo>
                  <a:lnTo>
                    <a:pt x="28695" y="89707"/>
                  </a:lnTo>
                  <a:lnTo>
                    <a:pt x="77475" y="71035"/>
                  </a:lnTo>
                  <a:lnTo>
                    <a:pt x="147474" y="53918"/>
                  </a:lnTo>
                  <a:lnTo>
                    <a:pt x="189760" y="46032"/>
                  </a:lnTo>
                  <a:lnTo>
                    <a:pt x="236546" y="38644"/>
                  </a:lnTo>
                  <a:lnTo>
                    <a:pt x="287565" y="31787"/>
                  </a:lnTo>
                  <a:lnTo>
                    <a:pt x="342549" y="25500"/>
                  </a:lnTo>
                  <a:lnTo>
                    <a:pt x="401228" y="19818"/>
                  </a:lnTo>
                  <a:lnTo>
                    <a:pt x="463336" y="14776"/>
                  </a:lnTo>
                  <a:lnTo>
                    <a:pt x="528604" y="10411"/>
                  </a:lnTo>
                  <a:lnTo>
                    <a:pt x="596765" y="6759"/>
                  </a:lnTo>
                  <a:lnTo>
                    <a:pt x="667549" y="3856"/>
                  </a:lnTo>
                  <a:lnTo>
                    <a:pt x="740690" y="1737"/>
                  </a:lnTo>
                  <a:lnTo>
                    <a:pt x="815918" y="440"/>
                  </a:lnTo>
                  <a:lnTo>
                    <a:pt x="892967" y="0"/>
                  </a:lnTo>
                  <a:lnTo>
                    <a:pt x="970016" y="440"/>
                  </a:lnTo>
                  <a:lnTo>
                    <a:pt x="1045244" y="1737"/>
                  </a:lnTo>
                  <a:lnTo>
                    <a:pt x="1118385" y="3856"/>
                  </a:lnTo>
                  <a:lnTo>
                    <a:pt x="1189170" y="6759"/>
                  </a:lnTo>
                  <a:lnTo>
                    <a:pt x="1257330" y="10411"/>
                  </a:lnTo>
                  <a:lnTo>
                    <a:pt x="1322598" y="14776"/>
                  </a:lnTo>
                  <a:lnTo>
                    <a:pt x="1384707" y="19818"/>
                  </a:lnTo>
                  <a:lnTo>
                    <a:pt x="1443387" y="25500"/>
                  </a:lnTo>
                  <a:lnTo>
                    <a:pt x="1498370" y="31787"/>
                  </a:lnTo>
                  <a:lnTo>
                    <a:pt x="1549389" y="38644"/>
                  </a:lnTo>
                  <a:lnTo>
                    <a:pt x="1596176" y="46032"/>
                  </a:lnTo>
                  <a:lnTo>
                    <a:pt x="1638463" y="53918"/>
                  </a:lnTo>
                  <a:lnTo>
                    <a:pt x="1675981" y="62264"/>
                  </a:lnTo>
                  <a:lnTo>
                    <a:pt x="1735639" y="80195"/>
                  </a:lnTo>
                  <a:lnTo>
                    <a:pt x="1773006" y="99536"/>
                  </a:lnTo>
                  <a:lnTo>
                    <a:pt x="1785938" y="119999"/>
                  </a:lnTo>
                  <a:lnTo>
                    <a:pt x="1785938" y="599999"/>
                  </a:lnTo>
                  <a:lnTo>
                    <a:pt x="1757243" y="630291"/>
                  </a:lnTo>
                  <a:lnTo>
                    <a:pt x="1708462" y="648963"/>
                  </a:lnTo>
                  <a:lnTo>
                    <a:pt x="1638463" y="666080"/>
                  </a:lnTo>
                  <a:lnTo>
                    <a:pt x="1596176" y="673966"/>
                  </a:lnTo>
                  <a:lnTo>
                    <a:pt x="1549389" y="681355"/>
                  </a:lnTo>
                  <a:lnTo>
                    <a:pt x="1498370" y="688211"/>
                  </a:lnTo>
                  <a:lnTo>
                    <a:pt x="1443387" y="694498"/>
                  </a:lnTo>
                  <a:lnTo>
                    <a:pt x="1384707" y="700181"/>
                  </a:lnTo>
                  <a:lnTo>
                    <a:pt x="1322598" y="705223"/>
                  </a:lnTo>
                  <a:lnTo>
                    <a:pt x="1257330" y="709587"/>
                  </a:lnTo>
                  <a:lnTo>
                    <a:pt x="1189170" y="713239"/>
                  </a:lnTo>
                  <a:lnTo>
                    <a:pt x="1118385" y="716143"/>
                  </a:lnTo>
                  <a:lnTo>
                    <a:pt x="1045244" y="718261"/>
                  </a:lnTo>
                  <a:lnTo>
                    <a:pt x="970016" y="719558"/>
                  </a:lnTo>
                  <a:lnTo>
                    <a:pt x="892967" y="719999"/>
                  </a:lnTo>
                  <a:lnTo>
                    <a:pt x="815918" y="719558"/>
                  </a:lnTo>
                  <a:lnTo>
                    <a:pt x="740690" y="718261"/>
                  </a:lnTo>
                  <a:lnTo>
                    <a:pt x="667549" y="716143"/>
                  </a:lnTo>
                  <a:lnTo>
                    <a:pt x="596765" y="713239"/>
                  </a:lnTo>
                  <a:lnTo>
                    <a:pt x="528604" y="709587"/>
                  </a:lnTo>
                  <a:lnTo>
                    <a:pt x="463336" y="705223"/>
                  </a:lnTo>
                  <a:lnTo>
                    <a:pt x="401228" y="700181"/>
                  </a:lnTo>
                  <a:lnTo>
                    <a:pt x="342549" y="694498"/>
                  </a:lnTo>
                  <a:lnTo>
                    <a:pt x="287565" y="688211"/>
                  </a:lnTo>
                  <a:lnTo>
                    <a:pt x="236546" y="681355"/>
                  </a:lnTo>
                  <a:lnTo>
                    <a:pt x="189760" y="673966"/>
                  </a:lnTo>
                  <a:lnTo>
                    <a:pt x="147474" y="666080"/>
                  </a:lnTo>
                  <a:lnTo>
                    <a:pt x="109956" y="657734"/>
                  </a:lnTo>
                  <a:lnTo>
                    <a:pt x="50299" y="639804"/>
                  </a:lnTo>
                  <a:lnTo>
                    <a:pt x="12932" y="620462"/>
                  </a:lnTo>
                  <a:lnTo>
                    <a:pt x="0" y="599999"/>
                  </a:lnTo>
                  <a:lnTo>
                    <a:pt x="0" y="119999"/>
                  </a:lnTo>
                  <a:close/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57" name="object 16"/>
          <p:cNvSpPr/>
          <p:nvPr/>
        </p:nvSpPr>
        <p:spPr>
          <a:xfrm>
            <a:off x="4222440" y="4453560"/>
            <a:ext cx="1479960" cy="13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8840" bIns="0" anchor="t">
            <a:spAutoFit/>
          </a:bodyPr>
          <a:p>
            <a:pPr algn="ctr">
              <a:lnSpc>
                <a:spcPct val="100000"/>
              </a:lnSpc>
              <a:spcBef>
                <a:spcPts val="1329"/>
              </a:spcBef>
            </a:pPr>
            <a:r>
              <a:rPr b="0" lang="en-US" sz="1800" spc="-7" strike="noStrike">
                <a:solidFill>
                  <a:srgbClr val="ffffff"/>
                </a:solidFill>
                <a:latin typeface="Calibri"/>
                <a:ea typeface="MS PGothic"/>
              </a:rPr>
              <a:t>Artefatos</a:t>
            </a:r>
            <a:endParaRPr b="0" lang="pt-BR" sz="1800" spc="-1" strike="noStrike">
              <a:latin typeface="Arial"/>
            </a:endParaRPr>
          </a:p>
          <a:p>
            <a:pPr marL="12240" algn="ctr">
              <a:lnSpc>
                <a:spcPts val="2801"/>
              </a:lnSpc>
              <a:spcBef>
                <a:spcPts val="1800"/>
              </a:spcBef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Controle</a:t>
            </a:r>
            <a:r>
              <a:rPr b="0" lang="en-US" sz="2000" spc="-75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de 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Versões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58" name="object 17"/>
          <p:cNvSpPr/>
          <p:nvPr/>
        </p:nvSpPr>
        <p:spPr>
          <a:xfrm>
            <a:off x="4140000" y="1196640"/>
            <a:ext cx="1569600" cy="17870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59" name="object 18"/>
          <p:cNvGrpSpPr/>
          <p:nvPr/>
        </p:nvGrpSpPr>
        <p:grpSpPr>
          <a:xfrm>
            <a:off x="7764840" y="4120560"/>
            <a:ext cx="1234080" cy="1105200"/>
            <a:chOff x="7764840" y="4120560"/>
            <a:chExt cx="1234080" cy="1105200"/>
          </a:xfrm>
        </p:grpSpPr>
        <p:sp>
          <p:nvSpPr>
            <p:cNvPr id="560" name="object 19"/>
            <p:cNvSpPr/>
            <p:nvPr/>
          </p:nvSpPr>
          <p:spPr>
            <a:xfrm>
              <a:off x="8309160" y="4120560"/>
              <a:ext cx="689760" cy="6728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1" name="object 20"/>
            <p:cNvSpPr/>
            <p:nvPr/>
          </p:nvSpPr>
          <p:spPr>
            <a:xfrm>
              <a:off x="7764840" y="4266000"/>
              <a:ext cx="772560" cy="752040"/>
            </a:xfrm>
            <a:prstGeom prst="rect">
              <a:avLst/>
            </a:pr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2" name="object 21"/>
            <p:cNvSpPr/>
            <p:nvPr/>
          </p:nvSpPr>
          <p:spPr>
            <a:xfrm>
              <a:off x="8109720" y="4419720"/>
              <a:ext cx="822600" cy="806040"/>
            </a:xfrm>
            <a:prstGeom prst="rect">
              <a:avLst/>
            </a:pr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63" name="object 22"/>
          <p:cNvSpPr/>
          <p:nvPr/>
        </p:nvSpPr>
        <p:spPr>
          <a:xfrm>
            <a:off x="7603920" y="5101200"/>
            <a:ext cx="143208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3120" bIns="0" anchor="t">
            <a:spAutoFit/>
          </a:bodyPr>
          <a:p>
            <a:pPr marL="127800" indent="-115560">
              <a:lnSpc>
                <a:spcPts val="2801"/>
              </a:lnSpc>
              <a:spcBef>
                <a:spcPts val="26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C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nst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ução  e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Release</a:t>
            </a:r>
            <a:endParaRPr b="0" lang="pt-BR" sz="2000" spc="-1" strike="noStrike">
              <a:latin typeface="Arial"/>
            </a:endParaRPr>
          </a:p>
        </p:txBody>
      </p:sp>
      <p:grpSp>
        <p:nvGrpSpPr>
          <p:cNvPr id="564" name="object 23"/>
          <p:cNvGrpSpPr/>
          <p:nvPr/>
        </p:nvGrpSpPr>
        <p:grpSpPr>
          <a:xfrm>
            <a:off x="352080" y="1410840"/>
            <a:ext cx="1785960" cy="719640"/>
            <a:chOff x="352080" y="1410840"/>
            <a:chExt cx="1785960" cy="719640"/>
          </a:xfrm>
        </p:grpSpPr>
        <p:sp>
          <p:nvSpPr>
            <p:cNvPr id="565" name="object 24"/>
            <p:cNvSpPr/>
            <p:nvPr/>
          </p:nvSpPr>
          <p:spPr>
            <a:xfrm>
              <a:off x="352080" y="1410840"/>
              <a:ext cx="1785960" cy="719640"/>
            </a:xfrm>
            <a:custGeom>
              <a:avLst/>
              <a:gdLst/>
              <a:ahLst/>
              <a:rect l="l" t="t" r="r" b="b"/>
              <a:pathLst>
                <a:path w="1786255" h="720089">
                  <a:moveTo>
                    <a:pt x="892967" y="0"/>
                  </a:moveTo>
                  <a:lnTo>
                    <a:pt x="815918" y="440"/>
                  </a:lnTo>
                  <a:lnTo>
                    <a:pt x="740690" y="1738"/>
                  </a:lnTo>
                  <a:lnTo>
                    <a:pt x="667549" y="3856"/>
                  </a:lnTo>
                  <a:lnTo>
                    <a:pt x="596764" y="6760"/>
                  </a:lnTo>
                  <a:lnTo>
                    <a:pt x="528604" y="10412"/>
                  </a:lnTo>
                  <a:lnTo>
                    <a:pt x="463336" y="14778"/>
                  </a:lnTo>
                  <a:lnTo>
                    <a:pt x="401228" y="19820"/>
                  </a:lnTo>
                  <a:lnTo>
                    <a:pt x="342549" y="25503"/>
                  </a:lnTo>
                  <a:lnTo>
                    <a:pt x="287565" y="31791"/>
                  </a:lnTo>
                  <a:lnTo>
                    <a:pt x="236546" y="38647"/>
                  </a:lnTo>
                  <a:lnTo>
                    <a:pt x="189760" y="46036"/>
                  </a:lnTo>
                  <a:lnTo>
                    <a:pt x="147474" y="53922"/>
                  </a:lnTo>
                  <a:lnTo>
                    <a:pt x="109956" y="62268"/>
                  </a:lnTo>
                  <a:lnTo>
                    <a:pt x="50299" y="80199"/>
                  </a:lnTo>
                  <a:lnTo>
                    <a:pt x="12932" y="99540"/>
                  </a:lnTo>
                  <a:lnTo>
                    <a:pt x="0" y="120002"/>
                  </a:lnTo>
                  <a:lnTo>
                    <a:pt x="0" y="599998"/>
                  </a:lnTo>
                  <a:lnTo>
                    <a:pt x="28695" y="630293"/>
                  </a:lnTo>
                  <a:lnTo>
                    <a:pt x="77475" y="648966"/>
                  </a:lnTo>
                  <a:lnTo>
                    <a:pt x="147474" y="666084"/>
                  </a:lnTo>
                  <a:lnTo>
                    <a:pt x="189760" y="673969"/>
                  </a:lnTo>
                  <a:lnTo>
                    <a:pt x="236546" y="681358"/>
                  </a:lnTo>
                  <a:lnTo>
                    <a:pt x="287565" y="688214"/>
                  </a:lnTo>
                  <a:lnTo>
                    <a:pt x="342549" y="694501"/>
                  </a:lnTo>
                  <a:lnTo>
                    <a:pt x="401228" y="700184"/>
                  </a:lnTo>
                  <a:lnTo>
                    <a:pt x="463336" y="705225"/>
                  </a:lnTo>
                  <a:lnTo>
                    <a:pt x="528604" y="709590"/>
                  </a:lnTo>
                  <a:lnTo>
                    <a:pt x="596764" y="713242"/>
                  </a:lnTo>
                  <a:lnTo>
                    <a:pt x="667549" y="716145"/>
                  </a:lnTo>
                  <a:lnTo>
                    <a:pt x="740690" y="718263"/>
                  </a:lnTo>
                  <a:lnTo>
                    <a:pt x="815918" y="719560"/>
                  </a:lnTo>
                  <a:lnTo>
                    <a:pt x="892967" y="720001"/>
                  </a:lnTo>
                  <a:lnTo>
                    <a:pt x="970016" y="719560"/>
                  </a:lnTo>
                  <a:lnTo>
                    <a:pt x="1045246" y="718263"/>
                  </a:lnTo>
                  <a:lnTo>
                    <a:pt x="1118387" y="716145"/>
                  </a:lnTo>
                  <a:lnTo>
                    <a:pt x="1189172" y="713242"/>
                  </a:lnTo>
                  <a:lnTo>
                    <a:pt x="1257333" y="709590"/>
                  </a:lnTo>
                  <a:lnTo>
                    <a:pt x="1322602" y="705225"/>
                  </a:lnTo>
                  <a:lnTo>
                    <a:pt x="1384710" y="700184"/>
                  </a:lnTo>
                  <a:lnTo>
                    <a:pt x="1443390" y="694501"/>
                  </a:lnTo>
                  <a:lnTo>
                    <a:pt x="1498374" y="688214"/>
                  </a:lnTo>
                  <a:lnTo>
                    <a:pt x="1549393" y="681358"/>
                  </a:lnTo>
                  <a:lnTo>
                    <a:pt x="1596180" y="673969"/>
                  </a:lnTo>
                  <a:lnTo>
                    <a:pt x="1638466" y="666084"/>
                  </a:lnTo>
                  <a:lnTo>
                    <a:pt x="1675984" y="657737"/>
                  </a:lnTo>
                  <a:lnTo>
                    <a:pt x="1735641" y="639806"/>
                  </a:lnTo>
                  <a:lnTo>
                    <a:pt x="1773009" y="620464"/>
                  </a:lnTo>
                  <a:lnTo>
                    <a:pt x="1785941" y="599998"/>
                  </a:lnTo>
                  <a:lnTo>
                    <a:pt x="1785941" y="120002"/>
                  </a:lnTo>
                  <a:lnTo>
                    <a:pt x="1757245" y="89711"/>
                  </a:lnTo>
                  <a:lnTo>
                    <a:pt x="1708465" y="71040"/>
                  </a:lnTo>
                  <a:lnTo>
                    <a:pt x="1638466" y="53922"/>
                  </a:lnTo>
                  <a:lnTo>
                    <a:pt x="1596180" y="46036"/>
                  </a:lnTo>
                  <a:lnTo>
                    <a:pt x="1549393" y="38647"/>
                  </a:lnTo>
                  <a:lnTo>
                    <a:pt x="1498374" y="31791"/>
                  </a:lnTo>
                  <a:lnTo>
                    <a:pt x="1443390" y="25503"/>
                  </a:lnTo>
                  <a:lnTo>
                    <a:pt x="1384710" y="19820"/>
                  </a:lnTo>
                  <a:lnTo>
                    <a:pt x="1322602" y="14778"/>
                  </a:lnTo>
                  <a:lnTo>
                    <a:pt x="1257333" y="10412"/>
                  </a:lnTo>
                  <a:lnTo>
                    <a:pt x="1189172" y="6760"/>
                  </a:lnTo>
                  <a:lnTo>
                    <a:pt x="1118387" y="3856"/>
                  </a:lnTo>
                  <a:lnTo>
                    <a:pt x="1045246" y="1738"/>
                  </a:lnTo>
                  <a:lnTo>
                    <a:pt x="970016" y="440"/>
                  </a:lnTo>
                  <a:lnTo>
                    <a:pt x="892967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6" name="object 25"/>
            <p:cNvSpPr/>
            <p:nvPr/>
          </p:nvSpPr>
          <p:spPr>
            <a:xfrm>
              <a:off x="352080" y="1410840"/>
              <a:ext cx="1785960" cy="719640"/>
            </a:xfrm>
            <a:custGeom>
              <a:avLst/>
              <a:gdLst/>
              <a:ahLst/>
              <a:rect l="l" t="t" r="r" b="b"/>
              <a:pathLst>
                <a:path w="1786255" h="720089">
                  <a:moveTo>
                    <a:pt x="1785938" y="119999"/>
                  </a:moveTo>
                  <a:lnTo>
                    <a:pt x="1757243" y="150292"/>
                  </a:lnTo>
                  <a:lnTo>
                    <a:pt x="1708462" y="168964"/>
                  </a:lnTo>
                  <a:lnTo>
                    <a:pt x="1638463" y="186081"/>
                  </a:lnTo>
                  <a:lnTo>
                    <a:pt x="1596176" y="193967"/>
                  </a:lnTo>
                  <a:lnTo>
                    <a:pt x="1549389" y="201355"/>
                  </a:lnTo>
                  <a:lnTo>
                    <a:pt x="1498370" y="208211"/>
                  </a:lnTo>
                  <a:lnTo>
                    <a:pt x="1443386" y="214499"/>
                  </a:lnTo>
                  <a:lnTo>
                    <a:pt x="1384706" y="220181"/>
                  </a:lnTo>
                  <a:lnTo>
                    <a:pt x="1322598" y="225223"/>
                  </a:lnTo>
                  <a:lnTo>
                    <a:pt x="1257330" y="229588"/>
                  </a:lnTo>
                  <a:lnTo>
                    <a:pt x="1189169" y="233240"/>
                  </a:lnTo>
                  <a:lnTo>
                    <a:pt x="1118385" y="236143"/>
                  </a:lnTo>
                  <a:lnTo>
                    <a:pt x="1045244" y="238261"/>
                  </a:lnTo>
                  <a:lnTo>
                    <a:pt x="970015" y="239559"/>
                  </a:lnTo>
                  <a:lnTo>
                    <a:pt x="892967" y="239999"/>
                  </a:lnTo>
                  <a:lnTo>
                    <a:pt x="815918" y="239559"/>
                  </a:lnTo>
                  <a:lnTo>
                    <a:pt x="740690" y="238261"/>
                  </a:lnTo>
                  <a:lnTo>
                    <a:pt x="667549" y="236143"/>
                  </a:lnTo>
                  <a:lnTo>
                    <a:pt x="596765" y="233240"/>
                  </a:lnTo>
                  <a:lnTo>
                    <a:pt x="528605" y="229588"/>
                  </a:lnTo>
                  <a:lnTo>
                    <a:pt x="463336" y="225223"/>
                  </a:lnTo>
                  <a:lnTo>
                    <a:pt x="401229" y="220181"/>
                  </a:lnTo>
                  <a:lnTo>
                    <a:pt x="342549" y="214499"/>
                  </a:lnTo>
                  <a:lnTo>
                    <a:pt x="287566" y="208211"/>
                  </a:lnTo>
                  <a:lnTo>
                    <a:pt x="236547" y="201355"/>
                  </a:lnTo>
                  <a:lnTo>
                    <a:pt x="189760" y="193967"/>
                  </a:lnTo>
                  <a:lnTo>
                    <a:pt x="147474" y="186081"/>
                  </a:lnTo>
                  <a:lnTo>
                    <a:pt x="109956" y="177735"/>
                  </a:lnTo>
                  <a:lnTo>
                    <a:pt x="50299" y="159804"/>
                  </a:lnTo>
                  <a:lnTo>
                    <a:pt x="12932" y="140463"/>
                  </a:lnTo>
                  <a:lnTo>
                    <a:pt x="3277" y="130353"/>
                  </a:lnTo>
                  <a:lnTo>
                    <a:pt x="0" y="119999"/>
                  </a:lnTo>
                  <a:moveTo>
                    <a:pt x="0" y="119999"/>
                  </a:moveTo>
                  <a:lnTo>
                    <a:pt x="28695" y="89707"/>
                  </a:lnTo>
                  <a:lnTo>
                    <a:pt x="77475" y="71035"/>
                  </a:lnTo>
                  <a:lnTo>
                    <a:pt x="147474" y="53918"/>
                  </a:lnTo>
                  <a:lnTo>
                    <a:pt x="189760" y="46032"/>
                  </a:lnTo>
                  <a:lnTo>
                    <a:pt x="236547" y="38644"/>
                  </a:lnTo>
                  <a:lnTo>
                    <a:pt x="287566" y="31787"/>
                  </a:lnTo>
                  <a:lnTo>
                    <a:pt x="342549" y="25500"/>
                  </a:lnTo>
                  <a:lnTo>
                    <a:pt x="401229" y="19818"/>
                  </a:lnTo>
                  <a:lnTo>
                    <a:pt x="463336" y="14776"/>
                  </a:lnTo>
                  <a:lnTo>
                    <a:pt x="528605" y="10411"/>
                  </a:lnTo>
                  <a:lnTo>
                    <a:pt x="596765" y="6759"/>
                  </a:lnTo>
                  <a:lnTo>
                    <a:pt x="667549" y="3856"/>
                  </a:lnTo>
                  <a:lnTo>
                    <a:pt x="740690" y="1737"/>
                  </a:lnTo>
                  <a:lnTo>
                    <a:pt x="815918" y="440"/>
                  </a:lnTo>
                  <a:lnTo>
                    <a:pt x="892967" y="0"/>
                  </a:lnTo>
                  <a:lnTo>
                    <a:pt x="970015" y="440"/>
                  </a:lnTo>
                  <a:lnTo>
                    <a:pt x="1045244" y="1737"/>
                  </a:lnTo>
                  <a:lnTo>
                    <a:pt x="1118385" y="3856"/>
                  </a:lnTo>
                  <a:lnTo>
                    <a:pt x="1189169" y="6759"/>
                  </a:lnTo>
                  <a:lnTo>
                    <a:pt x="1257330" y="10411"/>
                  </a:lnTo>
                  <a:lnTo>
                    <a:pt x="1322598" y="14776"/>
                  </a:lnTo>
                  <a:lnTo>
                    <a:pt x="1384706" y="19818"/>
                  </a:lnTo>
                  <a:lnTo>
                    <a:pt x="1443386" y="25500"/>
                  </a:lnTo>
                  <a:lnTo>
                    <a:pt x="1498370" y="31787"/>
                  </a:lnTo>
                  <a:lnTo>
                    <a:pt x="1549389" y="38644"/>
                  </a:lnTo>
                  <a:lnTo>
                    <a:pt x="1596176" y="46032"/>
                  </a:lnTo>
                  <a:lnTo>
                    <a:pt x="1638463" y="53918"/>
                  </a:lnTo>
                  <a:lnTo>
                    <a:pt x="1675980" y="62264"/>
                  </a:lnTo>
                  <a:lnTo>
                    <a:pt x="1735638" y="80195"/>
                  </a:lnTo>
                  <a:lnTo>
                    <a:pt x="1773006" y="99536"/>
                  </a:lnTo>
                  <a:lnTo>
                    <a:pt x="1785938" y="119999"/>
                  </a:lnTo>
                  <a:lnTo>
                    <a:pt x="1785938" y="599999"/>
                  </a:lnTo>
                  <a:lnTo>
                    <a:pt x="1757243" y="630291"/>
                  </a:lnTo>
                  <a:lnTo>
                    <a:pt x="1708462" y="648963"/>
                  </a:lnTo>
                  <a:lnTo>
                    <a:pt x="1638463" y="666080"/>
                  </a:lnTo>
                  <a:lnTo>
                    <a:pt x="1596176" y="673966"/>
                  </a:lnTo>
                  <a:lnTo>
                    <a:pt x="1549389" y="681355"/>
                  </a:lnTo>
                  <a:lnTo>
                    <a:pt x="1498370" y="688211"/>
                  </a:lnTo>
                  <a:lnTo>
                    <a:pt x="1443386" y="694498"/>
                  </a:lnTo>
                  <a:lnTo>
                    <a:pt x="1384706" y="700181"/>
                  </a:lnTo>
                  <a:lnTo>
                    <a:pt x="1322598" y="705222"/>
                  </a:lnTo>
                  <a:lnTo>
                    <a:pt x="1257330" y="709587"/>
                  </a:lnTo>
                  <a:lnTo>
                    <a:pt x="1189169" y="713239"/>
                  </a:lnTo>
                  <a:lnTo>
                    <a:pt x="1118385" y="716143"/>
                  </a:lnTo>
                  <a:lnTo>
                    <a:pt x="1045244" y="718261"/>
                  </a:lnTo>
                  <a:lnTo>
                    <a:pt x="970015" y="719558"/>
                  </a:lnTo>
                  <a:lnTo>
                    <a:pt x="892967" y="719999"/>
                  </a:lnTo>
                  <a:lnTo>
                    <a:pt x="815918" y="719558"/>
                  </a:lnTo>
                  <a:lnTo>
                    <a:pt x="740690" y="718261"/>
                  </a:lnTo>
                  <a:lnTo>
                    <a:pt x="667549" y="716143"/>
                  </a:lnTo>
                  <a:lnTo>
                    <a:pt x="596765" y="713239"/>
                  </a:lnTo>
                  <a:lnTo>
                    <a:pt x="528605" y="709587"/>
                  </a:lnTo>
                  <a:lnTo>
                    <a:pt x="463336" y="705222"/>
                  </a:lnTo>
                  <a:lnTo>
                    <a:pt x="401229" y="700181"/>
                  </a:lnTo>
                  <a:lnTo>
                    <a:pt x="342549" y="694498"/>
                  </a:lnTo>
                  <a:lnTo>
                    <a:pt x="287566" y="688211"/>
                  </a:lnTo>
                  <a:lnTo>
                    <a:pt x="236547" y="681355"/>
                  </a:lnTo>
                  <a:lnTo>
                    <a:pt x="189760" y="673966"/>
                  </a:lnTo>
                  <a:lnTo>
                    <a:pt x="147474" y="666080"/>
                  </a:lnTo>
                  <a:lnTo>
                    <a:pt x="109956" y="657734"/>
                  </a:lnTo>
                  <a:lnTo>
                    <a:pt x="50299" y="639803"/>
                  </a:lnTo>
                  <a:lnTo>
                    <a:pt x="12932" y="620462"/>
                  </a:lnTo>
                  <a:lnTo>
                    <a:pt x="0" y="599999"/>
                  </a:lnTo>
                  <a:lnTo>
                    <a:pt x="0" y="119999"/>
                  </a:lnTo>
                  <a:close/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67" name="object 26"/>
          <p:cNvSpPr/>
          <p:nvPr/>
        </p:nvSpPr>
        <p:spPr>
          <a:xfrm>
            <a:off x="375120" y="1524600"/>
            <a:ext cx="1673640" cy="13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8840" bIns="0" anchor="t">
            <a:spAutoFit/>
          </a:bodyPr>
          <a:p>
            <a:pPr marL="329040">
              <a:lnSpc>
                <a:spcPct val="100000"/>
              </a:lnSpc>
              <a:spcBef>
                <a:spcPts val="1329"/>
              </a:spcBef>
            </a:pPr>
            <a:r>
              <a:rPr b="0" lang="en-US" sz="1800" spc="-7" strike="noStrike">
                <a:solidFill>
                  <a:srgbClr val="ffffff"/>
                </a:solidFill>
                <a:latin typeface="Calibri"/>
                <a:ea typeface="MS PGothic"/>
              </a:rPr>
              <a:t>Solicitações</a:t>
            </a:r>
            <a:endParaRPr b="0" lang="pt-BR" sz="1800" spc="-1" strike="noStrike">
              <a:latin typeface="Arial"/>
            </a:endParaRPr>
          </a:p>
          <a:p>
            <a:pPr marL="12600" indent="96480">
              <a:lnSpc>
                <a:spcPts val="2801"/>
              </a:lnSpc>
              <a:spcBef>
                <a:spcPts val="1800"/>
              </a:spcBef>
              <a:tabLst>
                <a:tab algn="l" pos="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Controle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de  Modiﬁca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MS PGothic"/>
              </a:rPr>
              <a:t>çõ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MS PGothic"/>
              </a:rPr>
              <a:t>es</a:t>
            </a:r>
            <a:endParaRPr b="0" lang="pt-BR" sz="2000" spc="-1" strike="noStrike">
              <a:latin typeface="Arial"/>
            </a:endParaRPr>
          </a:p>
        </p:txBody>
      </p:sp>
      <p:grpSp>
        <p:nvGrpSpPr>
          <p:cNvPr id="568" name="object 27"/>
          <p:cNvGrpSpPr/>
          <p:nvPr/>
        </p:nvGrpSpPr>
        <p:grpSpPr>
          <a:xfrm>
            <a:off x="2614320" y="1732320"/>
            <a:ext cx="978120" cy="484920"/>
            <a:chOff x="2614320" y="1732320"/>
            <a:chExt cx="978120" cy="484920"/>
          </a:xfrm>
        </p:grpSpPr>
        <p:sp>
          <p:nvSpPr>
            <p:cNvPr id="569" name="object 28"/>
            <p:cNvSpPr/>
            <p:nvPr/>
          </p:nvSpPr>
          <p:spPr>
            <a:xfrm>
              <a:off x="2614320" y="1732320"/>
              <a:ext cx="978120" cy="484920"/>
            </a:xfrm>
            <a:custGeom>
              <a:avLst/>
              <a:gdLst/>
              <a:ahLst/>
              <a:rect l="l" t="t" r="r" b="b"/>
              <a:pathLst>
                <a:path w="978535" h="485139">
                  <a:moveTo>
                    <a:pt x="242315" y="0"/>
                  </a:moveTo>
                  <a:lnTo>
                    <a:pt x="0" y="242315"/>
                  </a:lnTo>
                  <a:lnTo>
                    <a:pt x="242315" y="484631"/>
                  </a:lnTo>
                  <a:lnTo>
                    <a:pt x="242315" y="363474"/>
                  </a:lnTo>
                  <a:lnTo>
                    <a:pt x="978407" y="363474"/>
                  </a:lnTo>
                  <a:lnTo>
                    <a:pt x="978407" y="121157"/>
                  </a:lnTo>
                  <a:lnTo>
                    <a:pt x="242315" y="121157"/>
                  </a:lnTo>
                  <a:lnTo>
                    <a:pt x="242315" y="0"/>
                  </a:lnTo>
                  <a:close/>
                </a:path>
              </a:pathLst>
            </a:custGeom>
            <a:solidFill>
              <a:srgbClr val="cd665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0" name="object 29"/>
            <p:cNvSpPr/>
            <p:nvPr/>
          </p:nvSpPr>
          <p:spPr>
            <a:xfrm>
              <a:off x="2614320" y="1732320"/>
              <a:ext cx="978120" cy="484920"/>
            </a:xfrm>
            <a:custGeom>
              <a:avLst/>
              <a:gdLst/>
              <a:ahLst/>
              <a:rect l="l" t="t" r="r" b="b"/>
              <a:pathLst>
                <a:path w="978535" h="485139">
                  <a:moveTo>
                    <a:pt x="0" y="242315"/>
                  </a:moveTo>
                  <a:lnTo>
                    <a:pt x="242315" y="0"/>
                  </a:lnTo>
                  <a:lnTo>
                    <a:pt x="242315" y="121157"/>
                  </a:lnTo>
                  <a:lnTo>
                    <a:pt x="978407" y="121157"/>
                  </a:lnTo>
                  <a:lnTo>
                    <a:pt x="978407" y="363473"/>
                  </a:lnTo>
                  <a:lnTo>
                    <a:pt x="242315" y="363473"/>
                  </a:lnTo>
                  <a:lnTo>
                    <a:pt x="242315" y="484631"/>
                  </a:lnTo>
                  <a:lnTo>
                    <a:pt x="0" y="242315"/>
                  </a:lnTo>
                  <a:close/>
                </a:path>
              </a:pathLst>
            </a:custGeom>
            <a:noFill/>
            <a:ln w="25399">
              <a:solidFill>
                <a:srgbClr val="9f4b4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71" name="object 30"/>
          <p:cNvGrpSpPr/>
          <p:nvPr/>
        </p:nvGrpSpPr>
        <p:grpSpPr>
          <a:xfrm>
            <a:off x="923760" y="3053880"/>
            <a:ext cx="484920" cy="978120"/>
            <a:chOff x="923760" y="3053880"/>
            <a:chExt cx="484920" cy="978120"/>
          </a:xfrm>
        </p:grpSpPr>
        <p:sp>
          <p:nvSpPr>
            <p:cNvPr id="572" name="object 31"/>
            <p:cNvSpPr/>
            <p:nvPr/>
          </p:nvSpPr>
          <p:spPr>
            <a:xfrm>
              <a:off x="923760" y="3053880"/>
              <a:ext cx="484920" cy="978120"/>
            </a:xfrm>
            <a:custGeom>
              <a:avLst/>
              <a:gdLst/>
              <a:ahLst/>
              <a:rect l="l" t="t" r="r" b="b"/>
              <a:pathLst>
                <a:path w="485140" h="978535">
                  <a:moveTo>
                    <a:pt x="363474" y="0"/>
                  </a:moveTo>
                  <a:lnTo>
                    <a:pt x="121157" y="0"/>
                  </a:lnTo>
                  <a:lnTo>
                    <a:pt x="121157" y="736092"/>
                  </a:lnTo>
                  <a:lnTo>
                    <a:pt x="0" y="736092"/>
                  </a:lnTo>
                  <a:lnTo>
                    <a:pt x="242315" y="978407"/>
                  </a:lnTo>
                  <a:lnTo>
                    <a:pt x="484633" y="736092"/>
                  </a:lnTo>
                  <a:lnTo>
                    <a:pt x="363474" y="736092"/>
                  </a:lnTo>
                  <a:lnTo>
                    <a:pt x="363474" y="0"/>
                  </a:lnTo>
                  <a:close/>
                </a:path>
              </a:pathLst>
            </a:custGeom>
            <a:solidFill>
              <a:srgbClr val="cd665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3" name="object 32"/>
            <p:cNvSpPr/>
            <p:nvPr/>
          </p:nvSpPr>
          <p:spPr>
            <a:xfrm>
              <a:off x="923760" y="3053880"/>
              <a:ext cx="484920" cy="978120"/>
            </a:xfrm>
            <a:custGeom>
              <a:avLst/>
              <a:gdLst/>
              <a:ahLst/>
              <a:rect l="l" t="t" r="r" b="b"/>
              <a:pathLst>
                <a:path w="485140" h="978535">
                  <a:moveTo>
                    <a:pt x="0" y="736091"/>
                  </a:moveTo>
                  <a:lnTo>
                    <a:pt x="121157" y="736091"/>
                  </a:lnTo>
                  <a:lnTo>
                    <a:pt x="121157" y="0"/>
                  </a:lnTo>
                  <a:lnTo>
                    <a:pt x="363473" y="0"/>
                  </a:lnTo>
                  <a:lnTo>
                    <a:pt x="363473" y="736091"/>
                  </a:lnTo>
                  <a:lnTo>
                    <a:pt x="484631" y="736091"/>
                  </a:lnTo>
                  <a:lnTo>
                    <a:pt x="242315" y="978407"/>
                  </a:lnTo>
                  <a:lnTo>
                    <a:pt x="0" y="736091"/>
                  </a:lnTo>
                  <a:close/>
                </a:path>
              </a:pathLst>
            </a:custGeom>
            <a:noFill/>
            <a:ln w="25399">
              <a:solidFill>
                <a:srgbClr val="9f4b4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74" name="object 33"/>
          <p:cNvGrpSpPr/>
          <p:nvPr/>
        </p:nvGrpSpPr>
        <p:grpSpPr>
          <a:xfrm>
            <a:off x="2495160" y="4768560"/>
            <a:ext cx="1216440" cy="484920"/>
            <a:chOff x="2495160" y="4768560"/>
            <a:chExt cx="1216440" cy="484920"/>
          </a:xfrm>
        </p:grpSpPr>
        <p:sp>
          <p:nvSpPr>
            <p:cNvPr id="575" name="object 34"/>
            <p:cNvSpPr/>
            <p:nvPr/>
          </p:nvSpPr>
          <p:spPr>
            <a:xfrm>
              <a:off x="2495160" y="4768560"/>
              <a:ext cx="1216440" cy="484920"/>
            </a:xfrm>
            <a:custGeom>
              <a:avLst/>
              <a:gdLst/>
              <a:ahLst/>
              <a:rect l="l" t="t" r="r" b="b"/>
              <a:pathLst>
                <a:path w="1216660" h="485139">
                  <a:moveTo>
                    <a:pt x="973835" y="0"/>
                  </a:moveTo>
                  <a:lnTo>
                    <a:pt x="973835" y="121158"/>
                  </a:lnTo>
                  <a:lnTo>
                    <a:pt x="242316" y="121158"/>
                  </a:lnTo>
                  <a:lnTo>
                    <a:pt x="242316" y="0"/>
                  </a:lnTo>
                  <a:lnTo>
                    <a:pt x="0" y="242316"/>
                  </a:lnTo>
                  <a:lnTo>
                    <a:pt x="242316" y="484632"/>
                  </a:lnTo>
                  <a:lnTo>
                    <a:pt x="242316" y="363474"/>
                  </a:lnTo>
                  <a:lnTo>
                    <a:pt x="973835" y="363474"/>
                  </a:lnTo>
                  <a:lnTo>
                    <a:pt x="973835" y="484632"/>
                  </a:lnTo>
                  <a:lnTo>
                    <a:pt x="1216152" y="242316"/>
                  </a:lnTo>
                  <a:lnTo>
                    <a:pt x="973835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6" name="object 35"/>
            <p:cNvSpPr/>
            <p:nvPr/>
          </p:nvSpPr>
          <p:spPr>
            <a:xfrm>
              <a:off x="2495160" y="4768560"/>
              <a:ext cx="1216440" cy="484920"/>
            </a:xfrm>
            <a:custGeom>
              <a:avLst/>
              <a:gdLst/>
              <a:ahLst/>
              <a:rect l="l" t="t" r="r" b="b"/>
              <a:pathLst>
                <a:path w="1216660" h="485139">
                  <a:moveTo>
                    <a:pt x="0" y="242315"/>
                  </a:moveTo>
                  <a:lnTo>
                    <a:pt x="242315" y="0"/>
                  </a:lnTo>
                  <a:lnTo>
                    <a:pt x="242315" y="121157"/>
                  </a:lnTo>
                  <a:lnTo>
                    <a:pt x="973835" y="121157"/>
                  </a:lnTo>
                  <a:lnTo>
                    <a:pt x="973835" y="0"/>
                  </a:lnTo>
                  <a:lnTo>
                    <a:pt x="1216149" y="242315"/>
                  </a:lnTo>
                  <a:lnTo>
                    <a:pt x="973835" y="484631"/>
                  </a:lnTo>
                  <a:lnTo>
                    <a:pt x="973835" y="363473"/>
                  </a:lnTo>
                  <a:lnTo>
                    <a:pt x="242315" y="363473"/>
                  </a:lnTo>
                  <a:lnTo>
                    <a:pt x="242315" y="484631"/>
                  </a:lnTo>
                  <a:lnTo>
                    <a:pt x="0" y="242315"/>
                  </a:lnTo>
                  <a:close/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77" name="object 36"/>
          <p:cNvSpPr/>
          <p:nvPr/>
        </p:nvSpPr>
        <p:spPr>
          <a:xfrm>
            <a:off x="7829280" y="1415880"/>
            <a:ext cx="1058040" cy="10900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78" name="object 37"/>
          <p:cNvGrpSpPr/>
          <p:nvPr/>
        </p:nvGrpSpPr>
        <p:grpSpPr>
          <a:xfrm>
            <a:off x="6136920" y="1732320"/>
            <a:ext cx="1216440" cy="484920"/>
            <a:chOff x="6136920" y="1732320"/>
            <a:chExt cx="1216440" cy="484920"/>
          </a:xfrm>
        </p:grpSpPr>
        <p:sp>
          <p:nvSpPr>
            <p:cNvPr id="579" name="object 38"/>
            <p:cNvSpPr/>
            <p:nvPr/>
          </p:nvSpPr>
          <p:spPr>
            <a:xfrm>
              <a:off x="6136920" y="1732320"/>
              <a:ext cx="1216440" cy="484920"/>
            </a:xfrm>
            <a:custGeom>
              <a:avLst/>
              <a:gdLst/>
              <a:ahLst/>
              <a:rect l="l" t="t" r="r" b="b"/>
              <a:pathLst>
                <a:path w="1216659" h="485139">
                  <a:moveTo>
                    <a:pt x="973836" y="0"/>
                  </a:moveTo>
                  <a:lnTo>
                    <a:pt x="973836" y="121157"/>
                  </a:lnTo>
                  <a:lnTo>
                    <a:pt x="242316" y="121157"/>
                  </a:lnTo>
                  <a:lnTo>
                    <a:pt x="242316" y="0"/>
                  </a:lnTo>
                  <a:lnTo>
                    <a:pt x="0" y="242315"/>
                  </a:lnTo>
                  <a:lnTo>
                    <a:pt x="242316" y="484631"/>
                  </a:lnTo>
                  <a:lnTo>
                    <a:pt x="242316" y="363474"/>
                  </a:lnTo>
                  <a:lnTo>
                    <a:pt x="973836" y="363474"/>
                  </a:lnTo>
                  <a:lnTo>
                    <a:pt x="973836" y="484631"/>
                  </a:lnTo>
                  <a:lnTo>
                    <a:pt x="1216152" y="242315"/>
                  </a:lnTo>
                  <a:lnTo>
                    <a:pt x="973836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0" name="object 39"/>
            <p:cNvSpPr/>
            <p:nvPr/>
          </p:nvSpPr>
          <p:spPr>
            <a:xfrm>
              <a:off x="6136920" y="1732320"/>
              <a:ext cx="1216440" cy="484920"/>
            </a:xfrm>
            <a:custGeom>
              <a:avLst/>
              <a:gdLst/>
              <a:ahLst/>
              <a:rect l="l" t="t" r="r" b="b"/>
              <a:pathLst>
                <a:path w="1216659" h="485139">
                  <a:moveTo>
                    <a:pt x="0" y="242315"/>
                  </a:moveTo>
                  <a:lnTo>
                    <a:pt x="242315" y="0"/>
                  </a:lnTo>
                  <a:lnTo>
                    <a:pt x="242315" y="121157"/>
                  </a:lnTo>
                  <a:lnTo>
                    <a:pt x="973835" y="121157"/>
                  </a:lnTo>
                  <a:lnTo>
                    <a:pt x="973835" y="0"/>
                  </a:lnTo>
                  <a:lnTo>
                    <a:pt x="1216148" y="242315"/>
                  </a:lnTo>
                  <a:lnTo>
                    <a:pt x="973835" y="484631"/>
                  </a:lnTo>
                  <a:lnTo>
                    <a:pt x="973835" y="363473"/>
                  </a:lnTo>
                  <a:lnTo>
                    <a:pt x="242315" y="363473"/>
                  </a:lnTo>
                  <a:lnTo>
                    <a:pt x="242315" y="484631"/>
                  </a:lnTo>
                  <a:lnTo>
                    <a:pt x="0" y="242315"/>
                  </a:lnTo>
                  <a:close/>
                </a:path>
              </a:pathLst>
            </a:custGeom>
            <a:noFill/>
            <a:ln w="25399">
              <a:solidFill>
                <a:srgbClr val="47719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81" name="object 40"/>
          <p:cNvGrpSpPr/>
          <p:nvPr/>
        </p:nvGrpSpPr>
        <p:grpSpPr>
          <a:xfrm>
            <a:off x="6255720" y="4768560"/>
            <a:ext cx="978120" cy="484920"/>
            <a:chOff x="6255720" y="4768560"/>
            <a:chExt cx="978120" cy="484920"/>
          </a:xfrm>
        </p:grpSpPr>
        <p:sp>
          <p:nvSpPr>
            <p:cNvPr id="582" name="object 41"/>
            <p:cNvSpPr/>
            <p:nvPr/>
          </p:nvSpPr>
          <p:spPr>
            <a:xfrm>
              <a:off x="6255720" y="4768560"/>
              <a:ext cx="978120" cy="484920"/>
            </a:xfrm>
            <a:custGeom>
              <a:avLst/>
              <a:gdLst/>
              <a:ahLst/>
              <a:rect l="l" t="t" r="r" b="b"/>
              <a:pathLst>
                <a:path w="978534" h="485139">
                  <a:moveTo>
                    <a:pt x="736092" y="0"/>
                  </a:moveTo>
                  <a:lnTo>
                    <a:pt x="736092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736092" y="363474"/>
                  </a:lnTo>
                  <a:lnTo>
                    <a:pt x="736092" y="484632"/>
                  </a:lnTo>
                  <a:lnTo>
                    <a:pt x="978407" y="242316"/>
                  </a:lnTo>
                  <a:lnTo>
                    <a:pt x="736092" y="0"/>
                  </a:lnTo>
                  <a:close/>
                </a:path>
              </a:pathLst>
            </a:custGeom>
            <a:solidFill>
              <a:srgbClr val="aac46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3" name="object 42"/>
            <p:cNvSpPr/>
            <p:nvPr/>
          </p:nvSpPr>
          <p:spPr>
            <a:xfrm>
              <a:off x="6255720" y="4768560"/>
              <a:ext cx="978120" cy="484920"/>
            </a:xfrm>
            <a:custGeom>
              <a:avLst/>
              <a:gdLst/>
              <a:ahLst/>
              <a:rect l="l" t="t" r="r" b="b"/>
              <a:pathLst>
                <a:path w="978534" h="485139">
                  <a:moveTo>
                    <a:pt x="0" y="121157"/>
                  </a:moveTo>
                  <a:lnTo>
                    <a:pt x="736091" y="121157"/>
                  </a:lnTo>
                  <a:lnTo>
                    <a:pt x="736091" y="0"/>
                  </a:lnTo>
                  <a:lnTo>
                    <a:pt x="978407" y="242315"/>
                  </a:lnTo>
                  <a:lnTo>
                    <a:pt x="736091" y="484631"/>
                  </a:lnTo>
                  <a:lnTo>
                    <a:pt x="736091" y="363473"/>
                  </a:lnTo>
                  <a:lnTo>
                    <a:pt x="0" y="363473"/>
                  </a:lnTo>
                  <a:lnTo>
                    <a:pt x="0" y="121157"/>
                  </a:lnTo>
                  <a:close/>
                </a:path>
              </a:pathLst>
            </a:custGeom>
            <a:noFill/>
            <a:ln w="25399">
              <a:solidFill>
                <a:srgbClr val="8399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84" name="object 43"/>
          <p:cNvGrpSpPr/>
          <p:nvPr/>
        </p:nvGrpSpPr>
        <p:grpSpPr>
          <a:xfrm>
            <a:off x="8210160" y="3053880"/>
            <a:ext cx="484920" cy="978120"/>
            <a:chOff x="8210160" y="3053880"/>
            <a:chExt cx="484920" cy="978120"/>
          </a:xfrm>
        </p:grpSpPr>
        <p:sp>
          <p:nvSpPr>
            <p:cNvPr id="585" name="object 44"/>
            <p:cNvSpPr/>
            <p:nvPr/>
          </p:nvSpPr>
          <p:spPr>
            <a:xfrm>
              <a:off x="8210160" y="3053880"/>
              <a:ext cx="484920" cy="978120"/>
            </a:xfrm>
            <a:custGeom>
              <a:avLst/>
              <a:gdLst/>
              <a:ahLst/>
              <a:rect l="l" t="t" r="r" b="b"/>
              <a:pathLst>
                <a:path w="485140" h="978535">
                  <a:moveTo>
                    <a:pt x="242316" y="0"/>
                  </a:moveTo>
                  <a:lnTo>
                    <a:pt x="0" y="242316"/>
                  </a:lnTo>
                  <a:lnTo>
                    <a:pt x="121158" y="242316"/>
                  </a:lnTo>
                  <a:lnTo>
                    <a:pt x="121158" y="978407"/>
                  </a:lnTo>
                  <a:lnTo>
                    <a:pt x="363474" y="978407"/>
                  </a:lnTo>
                  <a:lnTo>
                    <a:pt x="363474" y="242316"/>
                  </a:lnTo>
                  <a:lnTo>
                    <a:pt x="484632" y="242316"/>
                  </a:lnTo>
                  <a:lnTo>
                    <a:pt x="242316" y="0"/>
                  </a:lnTo>
                  <a:close/>
                </a:path>
              </a:pathLst>
            </a:custGeom>
            <a:solidFill>
              <a:srgbClr val="aac46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6" name="object 45"/>
            <p:cNvSpPr/>
            <p:nvPr/>
          </p:nvSpPr>
          <p:spPr>
            <a:xfrm>
              <a:off x="8210160" y="3053880"/>
              <a:ext cx="484920" cy="978120"/>
            </a:xfrm>
            <a:custGeom>
              <a:avLst/>
              <a:gdLst/>
              <a:ahLst/>
              <a:rect l="l" t="t" r="r" b="b"/>
              <a:pathLst>
                <a:path w="485140" h="978535">
                  <a:moveTo>
                    <a:pt x="0" y="242315"/>
                  </a:moveTo>
                  <a:lnTo>
                    <a:pt x="242315" y="0"/>
                  </a:lnTo>
                  <a:lnTo>
                    <a:pt x="484631" y="242315"/>
                  </a:lnTo>
                  <a:lnTo>
                    <a:pt x="363473" y="242315"/>
                  </a:lnTo>
                  <a:lnTo>
                    <a:pt x="363473" y="978407"/>
                  </a:lnTo>
                  <a:lnTo>
                    <a:pt x="121157" y="978407"/>
                  </a:lnTo>
                  <a:lnTo>
                    <a:pt x="121157" y="242315"/>
                  </a:lnTo>
                  <a:lnTo>
                    <a:pt x="0" y="242315"/>
                  </a:lnTo>
                  <a:close/>
                </a:path>
              </a:pathLst>
            </a:custGeom>
            <a:noFill/>
            <a:ln w="25399">
              <a:solidFill>
                <a:srgbClr val="8399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87" name="PlaceHolder 1"/>
          <p:cNvSpPr>
            <a:spLocks noGrp="1"/>
          </p:cNvSpPr>
          <p:nvPr>
            <p:ph type="title"/>
          </p:nvPr>
        </p:nvSpPr>
        <p:spPr>
          <a:xfrm>
            <a:off x="539640" y="-169200"/>
            <a:ext cx="583236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Sistema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S PGothic"/>
              </a:rPr>
              <a:t>de </a:t>
            </a: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Gerência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S PGothic"/>
              </a:rPr>
              <a:t>de</a:t>
            </a:r>
            <a:r>
              <a:rPr b="0" lang="en-US" sz="3200" spc="4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3200" spc="-7" strike="noStrike">
                <a:solidFill>
                  <a:srgbClr val="000000"/>
                </a:solidFill>
                <a:latin typeface="Arial"/>
                <a:ea typeface="MS PGothic"/>
              </a:rPr>
              <a:t>Conﬁguração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Rectangle 1"/>
          <p:cNvSpPr/>
          <p:nvPr/>
        </p:nvSpPr>
        <p:spPr>
          <a:xfrm>
            <a:off x="7308360" y="4005000"/>
            <a:ext cx="1728000" cy="1944000"/>
          </a:xfrm>
          <a:prstGeom prst="rect">
            <a:avLst/>
          </a:prstGeom>
          <a:noFill/>
          <a:ln w="19050"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467640" y="-42480"/>
            <a:ext cx="588852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Auditoria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MS PGothic"/>
              </a:rPr>
              <a:t>da</a:t>
            </a:r>
            <a:r>
              <a:rPr b="0" lang="en-US" sz="3600" spc="-21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conﬁguração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object 12"/>
          <p:cNvSpPr/>
          <p:nvPr/>
        </p:nvSpPr>
        <p:spPr>
          <a:xfrm>
            <a:off x="395640" y="1268640"/>
            <a:ext cx="8408160" cy="41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03040" bIns="0" anchor="t">
            <a:spAutoFit/>
          </a:bodyPr>
          <a:p>
            <a:pPr marL="355680" indent="-343080">
              <a:lnSpc>
                <a:spcPct val="100000"/>
              </a:lnSpc>
              <a:spcBef>
                <a:spcPts val="1599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Deve ocorrer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MS PGothic"/>
              </a:rPr>
              <a:t>ao 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menos antes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MS PGothic"/>
              </a:rPr>
              <a:t>de 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uma liberação</a:t>
            </a:r>
            <a:r>
              <a:rPr b="0" lang="en-US" sz="2600" spc="43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(</a:t>
            </a:r>
            <a:r>
              <a:rPr b="0" i="1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release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)</a:t>
            </a:r>
            <a:endParaRPr b="0" lang="pt-BR" sz="26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1505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Tarefas</a:t>
            </a:r>
            <a:endParaRPr b="0" lang="pt-BR" sz="2600" spc="-1" strike="noStrike">
              <a:latin typeface="Arial"/>
            </a:endParaRPr>
          </a:p>
          <a:p>
            <a:pPr lvl="1" marL="749160" indent="-279360">
              <a:lnSpc>
                <a:spcPct val="132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algn="l" pos="754920"/>
                <a:tab algn="l" pos="75564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Veriﬁcação funcional, assegurando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que a </a:t>
            </a:r>
            <a:r>
              <a:rPr b="0" i="1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baseline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cumpre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o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que foi 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especiﬁcado</a:t>
            </a:r>
            <a:endParaRPr b="0" lang="pt-BR" sz="2200" spc="-1" strike="noStrike">
              <a:latin typeface="Arial"/>
            </a:endParaRPr>
          </a:p>
          <a:p>
            <a:pPr lvl="1" marL="749160" indent="-279360">
              <a:lnSpc>
                <a:spcPct val="128000"/>
              </a:lnSpc>
              <a:spcBef>
                <a:spcPts val="556"/>
              </a:spcBef>
              <a:buClr>
                <a:srgbClr val="000000"/>
              </a:buClr>
              <a:buFont typeface="Arial"/>
              <a:buChar char="–"/>
              <a:tabLst>
                <a:tab algn="l" pos="754920"/>
                <a:tab algn="l" pos="75564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Veriﬁcação </a:t>
            </a:r>
            <a:r>
              <a:rPr b="0" lang="x-none" sz="2200" spc="12" strike="noStrike">
                <a:solidFill>
                  <a:srgbClr val="000000"/>
                </a:solidFill>
                <a:latin typeface="Calibri"/>
                <a:ea typeface="MS PGothic"/>
              </a:rPr>
              <a:t>física, </a:t>
            </a:r>
            <a:r>
              <a:rPr b="0" lang="x-none" sz="2200" spc="-7" strike="noStrike">
                <a:solidFill>
                  <a:srgbClr val="000000"/>
                </a:solidFill>
                <a:latin typeface="Calibri"/>
                <a:ea typeface="MS PGothic"/>
              </a:rPr>
              <a:t>assegurando </a:t>
            </a:r>
            <a:r>
              <a:rPr b="0" lang="x-none" sz="2200" spc="-1" strike="noStrike">
                <a:solidFill>
                  <a:srgbClr val="000000"/>
                </a:solidFill>
                <a:latin typeface="Calibri"/>
                <a:ea typeface="MS PGothic"/>
              </a:rPr>
              <a:t>que a </a:t>
            </a:r>
            <a:r>
              <a:rPr b="0" i="1" lang="x-none" sz="2200" spc="-7" strike="noStrike">
                <a:solidFill>
                  <a:srgbClr val="000000"/>
                </a:solidFill>
                <a:latin typeface="Calibri"/>
                <a:ea typeface="MS PGothic"/>
              </a:rPr>
              <a:t>baseline </a:t>
            </a:r>
            <a:r>
              <a:rPr b="0" lang="x-none" sz="2200" spc="-1" strike="noStrike">
                <a:solidFill>
                  <a:srgbClr val="000000"/>
                </a:solidFill>
                <a:latin typeface="Calibri"/>
                <a:ea typeface="MS PGothic"/>
              </a:rPr>
              <a:t>é </a:t>
            </a:r>
            <a:r>
              <a:rPr b="0" lang="x-none" sz="2200" spc="-7" strike="noStrike">
                <a:solidFill>
                  <a:srgbClr val="000000"/>
                </a:solidFill>
                <a:latin typeface="Calibri"/>
                <a:ea typeface="MS PGothic"/>
              </a:rPr>
              <a:t>completa (todos os  itens </a:t>
            </a:r>
            <a:r>
              <a:rPr b="0" lang="x-none" sz="2200" spc="-1" strike="noStrike">
                <a:solidFill>
                  <a:srgbClr val="000000"/>
                </a:solidFill>
                <a:latin typeface="Calibri"/>
                <a:ea typeface="MS PGothic"/>
              </a:rPr>
              <a:t>de </a:t>
            </a:r>
            <a:r>
              <a:rPr b="0" lang="x-none" sz="2200" spc="-7" strike="noStrike">
                <a:solidFill>
                  <a:srgbClr val="000000"/>
                </a:solidFill>
                <a:latin typeface="Calibri"/>
                <a:ea typeface="MS PGothic"/>
              </a:rPr>
              <a:t>conﬁguração</a:t>
            </a:r>
            <a:r>
              <a:rPr b="0" lang="x-none" sz="2200" spc="4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x-none" sz="2200" spc="-7" strike="noStrike">
                <a:solidFill>
                  <a:srgbClr val="000000"/>
                </a:solidFill>
                <a:latin typeface="Calibri"/>
                <a:ea typeface="MS PGothic"/>
              </a:rPr>
              <a:t>especiﬁcados)</a:t>
            </a:r>
            <a:endParaRPr b="0" lang="pt-BR" sz="2200" spc="-1" strike="noStrike">
              <a:latin typeface="Arial"/>
            </a:endParaRPr>
          </a:p>
          <a:p>
            <a:pPr marL="355680" indent="-343080">
              <a:lnSpc>
                <a:spcPct val="131000"/>
              </a:lnSpc>
              <a:spcBef>
                <a:spcPts val="544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Auditorias servem para garantir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MS PGothic"/>
              </a:rPr>
              <a:t>que 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os procedimentos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MS PGothic"/>
              </a:rPr>
              <a:t>e  </a:t>
            </a:r>
            <a:r>
              <a:rPr b="0" lang="en-US" sz="2600" spc="-7" strike="noStrike">
                <a:solidFill>
                  <a:srgbClr val="000000"/>
                </a:solidFill>
                <a:latin typeface="Calibri"/>
                <a:ea typeface="MS PGothic"/>
              </a:rPr>
              <a:t>padrões foram aplicados</a:t>
            </a:r>
            <a:endParaRPr b="0" lang="pt-BR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title"/>
          </p:nvPr>
        </p:nvSpPr>
        <p:spPr>
          <a:xfrm>
            <a:off x="467640" y="-200880"/>
            <a:ext cx="622260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Gerenciamento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MS PGothic"/>
              </a:rPr>
              <a:t>de</a:t>
            </a:r>
            <a:r>
              <a:rPr b="0" lang="en-US" sz="3600" spc="-46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i="1" lang="en-US" sz="3600" spc="-1" strike="noStrike">
                <a:solidFill>
                  <a:srgbClr val="000000"/>
                </a:solidFill>
                <a:latin typeface="Calibri"/>
                <a:ea typeface="MS PGothic"/>
              </a:rPr>
              <a:t>releases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object 12"/>
          <p:cNvSpPr/>
          <p:nvPr/>
        </p:nvSpPr>
        <p:spPr>
          <a:xfrm>
            <a:off x="323640" y="1412640"/>
            <a:ext cx="8079480" cy="38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6040" bIns="0" anchor="t">
            <a:spAutoFit/>
          </a:bodyPr>
          <a:p>
            <a:pPr marL="355680" indent="-343080">
              <a:lnSpc>
                <a:spcPct val="100000"/>
              </a:lnSpc>
              <a:spcBef>
                <a:spcPts val="1386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Descrição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de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como construir, liberar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entregar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o</a:t>
            </a:r>
            <a:r>
              <a:rPr b="0" lang="en-US" sz="2200" spc="3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sistema</a:t>
            </a:r>
            <a:endParaRPr b="0" lang="pt-BR" sz="2200" spc="-1" strike="noStrike">
              <a:latin typeface="Arial"/>
            </a:endParaRPr>
          </a:p>
          <a:p>
            <a:pPr lvl="1" marL="755640" indent="-285840">
              <a:lnSpc>
                <a:spcPct val="100000"/>
              </a:lnSpc>
              <a:spcBef>
                <a:spcPts val="1290"/>
              </a:spcBef>
              <a:buClr>
                <a:srgbClr val="000000"/>
              </a:buClr>
              <a:buFont typeface="Arial"/>
              <a:buChar char="–"/>
              <a:tabLst>
                <a:tab algn="l" pos="754920"/>
                <a:tab algn="l" pos="75564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Linguagem natural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(conhecimento)</a:t>
            </a:r>
            <a:endParaRPr b="0" lang="pt-BR" sz="2200" spc="-1" strike="noStrike">
              <a:latin typeface="Arial"/>
            </a:endParaRPr>
          </a:p>
          <a:p>
            <a:pPr lvl="1" marL="755640" indent="-285840">
              <a:lnSpc>
                <a:spcPct val="100000"/>
              </a:lnSpc>
              <a:spcBef>
                <a:spcPts val="1261"/>
              </a:spcBef>
              <a:buClr>
                <a:srgbClr val="000000"/>
              </a:buClr>
              <a:buFont typeface="Arial"/>
              <a:buChar char="–"/>
              <a:tabLst>
                <a:tab algn="l" pos="754920"/>
                <a:tab algn="l" pos="75564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Linguagem computacional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(automação)</a:t>
            </a:r>
            <a:endParaRPr b="0" lang="pt-BR" sz="2200" spc="-1" strike="noStrike">
              <a:latin typeface="Arial"/>
            </a:endParaRPr>
          </a:p>
          <a:p>
            <a:pPr lvl="1" marL="755640" indent="-285840">
              <a:lnSpc>
                <a:spcPct val="100000"/>
              </a:lnSpc>
              <a:spcBef>
                <a:spcPts val="1205"/>
              </a:spcBef>
              <a:buClr>
                <a:srgbClr val="000000"/>
              </a:buClr>
              <a:buFont typeface="Arial"/>
              <a:buChar char="–"/>
              <a:tabLst>
                <a:tab algn="l" pos="754920"/>
                <a:tab algn="l" pos="755640"/>
              </a:tabLst>
            </a:pPr>
            <a:r>
              <a:rPr b="0" lang="en-US" sz="2100" spc="-7" strike="noStrike">
                <a:solidFill>
                  <a:srgbClr val="000000"/>
                </a:solidFill>
                <a:latin typeface="Calibri"/>
                <a:ea typeface="MS PGothic"/>
              </a:rPr>
              <a:t>Manter os descritores </a:t>
            </a:r>
            <a:r>
              <a:rPr b="0" lang="en-US" sz="2100" spc="-1" strike="noStrike">
                <a:solidFill>
                  <a:srgbClr val="000000"/>
                </a:solidFill>
                <a:latin typeface="Calibri"/>
                <a:ea typeface="MS PGothic"/>
              </a:rPr>
              <a:t>e </a:t>
            </a:r>
            <a:r>
              <a:rPr b="0" lang="en-US" sz="2100" spc="-7" strike="noStrike">
                <a:solidFill>
                  <a:srgbClr val="000000"/>
                </a:solidFill>
                <a:latin typeface="Calibri"/>
                <a:ea typeface="MS PGothic"/>
              </a:rPr>
              <a:t>documentos sob gerência </a:t>
            </a:r>
            <a:r>
              <a:rPr b="0" lang="en-US" sz="2100" spc="-1" strike="noStrike">
                <a:solidFill>
                  <a:srgbClr val="000000"/>
                </a:solidFill>
                <a:latin typeface="Calibri"/>
                <a:ea typeface="MS PGothic"/>
              </a:rPr>
              <a:t>de</a:t>
            </a:r>
            <a:r>
              <a:rPr b="0" lang="en-US" sz="2100" spc="123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100" spc="-7" strike="noStrike">
                <a:solidFill>
                  <a:srgbClr val="000000"/>
                </a:solidFill>
                <a:latin typeface="Calibri"/>
                <a:ea typeface="MS PGothic"/>
              </a:rPr>
              <a:t>conﬁguração!</a:t>
            </a:r>
            <a:endParaRPr b="0" lang="pt-BR" sz="2100" spc="-1" strike="noStrike">
              <a:latin typeface="Arial"/>
            </a:endParaRPr>
          </a:p>
          <a:p>
            <a:pPr marL="355680" indent="-343080">
              <a:lnSpc>
                <a:spcPct val="128000"/>
              </a:lnSpc>
              <a:spcBef>
                <a:spcPts val="604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Deﬁnição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das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situações onde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o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processo pode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ser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temporariamente 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desviado</a:t>
            </a:r>
            <a:endParaRPr b="0" lang="pt-BR" sz="2200" spc="-1" strike="noStrike">
              <a:latin typeface="Arial"/>
            </a:endParaRPr>
          </a:p>
          <a:p>
            <a:pPr marL="355680" indent="-343080">
              <a:lnSpc>
                <a:spcPct val="132000"/>
              </a:lnSpc>
              <a:spcBef>
                <a:spcPts val="456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Cuidado: </a:t>
            </a:r>
            <a:r>
              <a:rPr b="0" i="1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Releases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muito curtas podem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levar a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círculo-vicioso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MS PGothic"/>
              </a:rPr>
              <a:t>de 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MS PGothic"/>
              </a:rPr>
              <a:t>defeitos...</a:t>
            </a:r>
            <a:endParaRPr b="0" lang="pt-BR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467640" y="-114480"/>
            <a:ext cx="6222600" cy="115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600" spc="-7" strike="noStrike">
                <a:solidFill>
                  <a:srgbClr val="000000"/>
                </a:solidFill>
                <a:latin typeface="Arial"/>
                <a:ea typeface="MS PGothic"/>
              </a:rPr>
              <a:t>Gerenciamento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MS PGothic"/>
              </a:rPr>
              <a:t>de</a:t>
            </a:r>
            <a:r>
              <a:rPr b="0" lang="en-US" sz="3600" spc="-46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i="1" lang="en-US" sz="3600" spc="-1" strike="noStrike">
                <a:solidFill>
                  <a:srgbClr val="000000"/>
                </a:solidFill>
                <a:latin typeface="Calibri"/>
                <a:ea typeface="MS PGothic"/>
              </a:rPr>
              <a:t>releases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object 12"/>
          <p:cNvSpPr/>
          <p:nvPr/>
        </p:nvSpPr>
        <p:spPr>
          <a:xfrm>
            <a:off x="3816720" y="1412640"/>
            <a:ext cx="1898280" cy="1411920"/>
          </a:xfrm>
          <a:prstGeom prst="rect">
            <a:avLst/>
          </a:prstGeom>
          <a:noFill/>
          <a:ln w="25399">
            <a:solidFill>
              <a:srgbClr val="6095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bIns="0" anchor="t">
            <a:spAutoFit/>
          </a:bodyPr>
          <a:p>
            <a:pPr algn="ctr">
              <a:lnSpc>
                <a:spcPts val="2129"/>
              </a:lnSpc>
              <a:spcBef>
                <a:spcPts val="360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Releases</a:t>
            </a:r>
            <a:r>
              <a:rPr b="0" lang="en-US" sz="1800" spc="-35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Curtas</a:t>
            </a:r>
            <a:endParaRPr b="0" lang="pt-BR" sz="1800" spc="-1" strike="noStrike">
              <a:latin typeface="Arial"/>
            </a:endParaRPr>
          </a:p>
          <a:p>
            <a:pPr algn="ctr">
              <a:lnSpc>
                <a:spcPts val="2129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+</a:t>
            </a:r>
            <a:endParaRPr b="0" lang="pt-BR" sz="1800" spc="-1" strike="noStrike">
              <a:latin typeface="Arial"/>
            </a:endParaRPr>
          </a:p>
          <a:p>
            <a:pPr algn="ctr">
              <a:lnSpc>
                <a:spcPts val="2129"/>
              </a:lnSpc>
              <a:spcBef>
                <a:spcPts val="40"/>
              </a:spcBef>
            </a:pPr>
            <a:r>
              <a:rPr b="0" lang="en-US" sz="1800" spc="-35" strike="noStrike">
                <a:solidFill>
                  <a:srgbClr val="000000"/>
                </a:solidFill>
                <a:latin typeface="Arial"/>
                <a:ea typeface="MS PGothic"/>
              </a:rPr>
              <a:t>Testes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manuais</a:t>
            </a:r>
            <a:endParaRPr b="0" lang="pt-BR" sz="1800" spc="-1" strike="noStrike">
              <a:latin typeface="Arial"/>
            </a:endParaRPr>
          </a:p>
          <a:p>
            <a:pPr algn="ctr">
              <a:lnSpc>
                <a:spcPts val="2129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+</a:t>
            </a: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Equipe</a:t>
            </a:r>
            <a:r>
              <a:rPr b="0" lang="en-US" sz="1800" spc="-41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pequena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595" name="object 13"/>
          <p:cNvSpPr/>
          <p:nvPr/>
        </p:nvSpPr>
        <p:spPr>
          <a:xfrm>
            <a:off x="6794640" y="2760480"/>
            <a:ext cx="1809360" cy="594720"/>
          </a:xfrm>
          <a:prstGeom prst="rect">
            <a:avLst/>
          </a:prstGeom>
          <a:noFill/>
          <a:ln w="25399">
            <a:solidFill>
              <a:srgbClr val="6095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60840" bIns="0" anchor="t">
            <a:spAutoFit/>
          </a:bodyPr>
          <a:p>
            <a:pPr marL="383040" indent="-279360">
              <a:lnSpc>
                <a:spcPts val="21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Baixa</a:t>
            </a:r>
            <a:r>
              <a:rPr b="0" lang="en-US" sz="1800" spc="-60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cobertura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dos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testes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596" name="object 14"/>
          <p:cNvSpPr/>
          <p:nvPr/>
        </p:nvSpPr>
        <p:spPr>
          <a:xfrm>
            <a:off x="5761080" y="4743360"/>
            <a:ext cx="1466640" cy="594720"/>
          </a:xfrm>
          <a:prstGeom prst="rect">
            <a:avLst/>
          </a:prstGeom>
          <a:noFill/>
          <a:ln w="25399">
            <a:solidFill>
              <a:srgbClr val="6095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60840" bIns="0" anchor="t">
            <a:spAutoFit/>
          </a:bodyPr>
          <a:p>
            <a:pPr marL="103680" indent="50760">
              <a:lnSpc>
                <a:spcPts val="21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Defeitos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no  </a:t>
            </a: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produto</a:t>
            </a:r>
            <a:r>
              <a:rPr b="0" lang="en-US" sz="1800" spc="-52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final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597" name="object 15"/>
          <p:cNvSpPr/>
          <p:nvPr/>
        </p:nvSpPr>
        <p:spPr>
          <a:xfrm>
            <a:off x="811440" y="2760480"/>
            <a:ext cx="1910880" cy="860760"/>
          </a:xfrm>
          <a:prstGeom prst="rect">
            <a:avLst/>
          </a:prstGeom>
          <a:noFill/>
          <a:ln w="25399">
            <a:solidFill>
              <a:srgbClr val="6095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60840" bIns="0" anchor="t">
            <a:spAutoFit/>
          </a:bodyPr>
          <a:p>
            <a:pPr marL="179640" indent="-50760">
              <a:lnSpc>
                <a:spcPts val="21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Necessidade</a:t>
            </a:r>
            <a:r>
              <a:rPr b="0" lang="en-US" sz="1800" spc="-100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de  novas</a:t>
            </a:r>
            <a:r>
              <a:rPr b="0" lang="en-US" sz="1800" spc="-60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releases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598" name="object 16"/>
          <p:cNvSpPr/>
          <p:nvPr/>
        </p:nvSpPr>
        <p:spPr>
          <a:xfrm>
            <a:off x="2384640" y="4743360"/>
            <a:ext cx="2393640" cy="594720"/>
          </a:xfrm>
          <a:prstGeom prst="rect">
            <a:avLst/>
          </a:prstGeom>
          <a:noFill/>
          <a:ln w="25399">
            <a:solidFill>
              <a:srgbClr val="6095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60840" bIns="0" anchor="t">
            <a:spAutoFit/>
          </a:bodyPr>
          <a:p>
            <a:pPr marL="103680" indent="317520">
              <a:lnSpc>
                <a:spcPts val="21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Solicitações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S PGothic"/>
              </a:rPr>
              <a:t>de  correção dos</a:t>
            </a:r>
            <a:r>
              <a:rPr b="0" lang="en-US" sz="1800" spc="-75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Arial"/>
                <a:ea typeface="MS PGothic"/>
              </a:rPr>
              <a:t>defeitos</a:t>
            </a:r>
            <a:endParaRPr b="0" lang="pt-BR" sz="1800" spc="-1" strike="noStrike">
              <a:latin typeface="Arial"/>
            </a:endParaRPr>
          </a:p>
        </p:txBody>
      </p:sp>
      <p:grpSp>
        <p:nvGrpSpPr>
          <p:cNvPr id="599" name="object 17"/>
          <p:cNvGrpSpPr/>
          <p:nvPr/>
        </p:nvGrpSpPr>
        <p:grpSpPr>
          <a:xfrm>
            <a:off x="5727960" y="2158920"/>
            <a:ext cx="2019960" cy="588960"/>
            <a:chOff x="5727960" y="2158920"/>
            <a:chExt cx="2019960" cy="588960"/>
          </a:xfrm>
        </p:grpSpPr>
        <p:sp>
          <p:nvSpPr>
            <p:cNvPr id="600" name="object 18"/>
            <p:cNvSpPr/>
            <p:nvPr/>
          </p:nvSpPr>
          <p:spPr>
            <a:xfrm>
              <a:off x="5727960" y="2158920"/>
              <a:ext cx="1968840" cy="563400"/>
            </a:xfrm>
            <a:custGeom>
              <a:avLst/>
              <a:gdLst/>
              <a:ahLst/>
              <a:rect l="l" t="t" r="r" b="b"/>
              <a:pathLst>
                <a:path w="1969134" h="563880">
                  <a:moveTo>
                    <a:pt x="0" y="0"/>
                  </a:moveTo>
                  <a:lnTo>
                    <a:pt x="184944" y="3174"/>
                  </a:lnTo>
                  <a:lnTo>
                    <a:pt x="367505" y="13493"/>
                  </a:lnTo>
                  <a:lnTo>
                    <a:pt x="547686" y="29368"/>
                  </a:lnTo>
                  <a:lnTo>
                    <a:pt x="723899" y="50799"/>
                  </a:lnTo>
                  <a:lnTo>
                    <a:pt x="893762" y="76993"/>
                  </a:lnTo>
                  <a:lnTo>
                    <a:pt x="1057269" y="108743"/>
                  </a:lnTo>
                  <a:lnTo>
                    <a:pt x="1211259" y="144462"/>
                  </a:lnTo>
                  <a:lnTo>
                    <a:pt x="1355729" y="184149"/>
                  </a:lnTo>
                  <a:lnTo>
                    <a:pt x="1488279" y="227012"/>
                  </a:lnTo>
                  <a:lnTo>
                    <a:pt x="1608138" y="273049"/>
                  </a:lnTo>
                  <a:lnTo>
                    <a:pt x="1712908" y="322262"/>
                  </a:lnTo>
                  <a:lnTo>
                    <a:pt x="1802608" y="373062"/>
                  </a:lnTo>
                  <a:lnTo>
                    <a:pt x="1874038" y="425449"/>
                  </a:lnTo>
                  <a:lnTo>
                    <a:pt x="1903408" y="452437"/>
                  </a:lnTo>
                  <a:lnTo>
                    <a:pt x="1946268" y="506412"/>
                  </a:lnTo>
                  <a:lnTo>
                    <a:pt x="1968498" y="561180"/>
                  </a:lnTo>
                  <a:lnTo>
                    <a:pt x="1968788" y="563726"/>
                  </a:lnTo>
                </a:path>
              </a:pathLst>
            </a:custGeom>
            <a:noFill/>
            <a:ln w="25399">
              <a:solidFill>
                <a:srgbClr val="6095c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1" name="object 19"/>
            <p:cNvSpPr/>
            <p:nvPr/>
          </p:nvSpPr>
          <p:spPr>
            <a:xfrm>
              <a:off x="7621920" y="2614320"/>
              <a:ext cx="126000" cy="133560"/>
            </a:xfrm>
            <a:custGeom>
              <a:avLst/>
              <a:gdLst/>
              <a:ahLst/>
              <a:rect l="l" t="t" r="r" b="b"/>
              <a:pathLst>
                <a:path w="126365" h="133985">
                  <a:moveTo>
                    <a:pt x="126174" y="0"/>
                  </a:moveTo>
                  <a:lnTo>
                    <a:pt x="0" y="14414"/>
                  </a:lnTo>
                  <a:lnTo>
                    <a:pt x="77508" y="133388"/>
                  </a:lnTo>
                  <a:lnTo>
                    <a:pt x="126174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02" name="object 20"/>
          <p:cNvSpPr/>
          <p:nvPr/>
        </p:nvSpPr>
        <p:spPr>
          <a:xfrm>
            <a:off x="7240680" y="3427200"/>
            <a:ext cx="471240" cy="16956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603" name="object 21"/>
          <p:cNvGrpSpPr/>
          <p:nvPr/>
        </p:nvGrpSpPr>
        <p:grpSpPr>
          <a:xfrm>
            <a:off x="4791240" y="5013360"/>
            <a:ext cx="957240" cy="126720"/>
            <a:chOff x="4791240" y="5013360"/>
            <a:chExt cx="957240" cy="126720"/>
          </a:xfrm>
        </p:grpSpPr>
        <p:sp>
          <p:nvSpPr>
            <p:cNvPr id="604" name="object 22"/>
            <p:cNvSpPr/>
            <p:nvPr/>
          </p:nvSpPr>
          <p:spPr>
            <a:xfrm>
              <a:off x="4816800" y="5076720"/>
              <a:ext cx="931680" cy="360"/>
            </a:xfrm>
            <a:custGeom>
              <a:avLst/>
              <a:gdLst/>
              <a:ahLst/>
              <a:rect l="l" t="t" r="r" b="b"/>
              <a:pathLst>
                <a:path w="932179" h="0">
                  <a:moveTo>
                    <a:pt x="931861" y="0"/>
                  </a:moveTo>
                  <a:lnTo>
                    <a:pt x="0" y="0"/>
                  </a:lnTo>
                </a:path>
              </a:pathLst>
            </a:custGeom>
            <a:noFill/>
            <a:ln w="25399">
              <a:solidFill>
                <a:srgbClr val="6095c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5" name="object 23"/>
            <p:cNvSpPr/>
            <p:nvPr/>
          </p:nvSpPr>
          <p:spPr>
            <a:xfrm>
              <a:off x="4791240" y="5013360"/>
              <a:ext cx="126720" cy="126720"/>
            </a:xfrm>
            <a:custGeom>
              <a:avLst/>
              <a:gdLst/>
              <a:ah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6095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06" name="object 24"/>
          <p:cNvSpPr/>
          <p:nvPr/>
        </p:nvSpPr>
        <p:spPr>
          <a:xfrm>
            <a:off x="1704240" y="3440160"/>
            <a:ext cx="680040" cy="16491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7" name="object 25"/>
          <p:cNvSpPr/>
          <p:nvPr/>
        </p:nvSpPr>
        <p:spPr>
          <a:xfrm>
            <a:off x="1754280" y="2095560"/>
            <a:ext cx="2049120" cy="6645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title"/>
          </p:nvPr>
        </p:nvSpPr>
        <p:spPr>
          <a:xfrm>
            <a:off x="467640" y="-128160"/>
            <a:ext cx="6105960" cy="1183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38160" bIns="0" anchor="ctr">
            <a:noAutofit/>
          </a:bodyPr>
          <a:p>
            <a:pPr marL="12600" indent="61524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Arial"/>
                <a:ea typeface="MS PGothic"/>
              </a:rPr>
              <a:t>Exemplo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S PGothic"/>
              </a:rPr>
              <a:t>de </a:t>
            </a:r>
            <a:r>
              <a:rPr b="0" lang="en-US" sz="2800" spc="-7" strike="noStrike">
                <a:solidFill>
                  <a:srgbClr val="000000"/>
                </a:solidFill>
                <a:latin typeface="Arial"/>
                <a:ea typeface="MS PGothic"/>
              </a:rPr>
              <a:t>ferramentas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S PGothic"/>
              </a:rPr>
              <a:t>de  </a:t>
            </a:r>
            <a:r>
              <a:rPr b="0" lang="en-US" sz="2800" spc="-7" strike="noStrike">
                <a:solidFill>
                  <a:srgbClr val="000000"/>
                </a:solidFill>
                <a:latin typeface="Arial"/>
                <a:ea typeface="MS PGothic"/>
              </a:rPr>
              <a:t>controle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S PGothic"/>
              </a:rPr>
              <a:t>de </a:t>
            </a:r>
            <a:r>
              <a:rPr b="0" lang="en-US" sz="2800" spc="-7" strike="noStrike">
                <a:solidFill>
                  <a:srgbClr val="000000"/>
                </a:solidFill>
                <a:latin typeface="Arial"/>
                <a:ea typeface="MS PGothic"/>
              </a:rPr>
              <a:t>construção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S PGothic"/>
              </a:rPr>
              <a:t>e</a:t>
            </a:r>
            <a:r>
              <a:rPr b="0" lang="en-US" sz="2800" spc="9" strike="noStrike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r>
              <a:rPr b="0" lang="en-US" sz="2800" spc="-7" strike="noStrike">
                <a:solidFill>
                  <a:srgbClr val="000000"/>
                </a:solidFill>
                <a:latin typeface="Arial"/>
                <a:ea typeface="MS PGothic"/>
              </a:rPr>
              <a:t>liberação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object 12"/>
          <p:cNvSpPr/>
          <p:nvPr/>
        </p:nvSpPr>
        <p:spPr>
          <a:xfrm>
            <a:off x="611640" y="1124640"/>
            <a:ext cx="6040440" cy="439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>
              <a:lnSpc>
                <a:spcPts val="3796"/>
              </a:lnSpc>
              <a:spcBef>
                <a:spcPts val="99"/>
              </a:spcBef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3200" spc="-7" strike="noStrike">
                <a:solidFill>
                  <a:srgbClr val="000000"/>
                </a:solidFill>
                <a:latin typeface="Calibri"/>
                <a:ea typeface="MS PGothic"/>
              </a:rPr>
              <a:t>Livre</a:t>
            </a:r>
            <a:endParaRPr b="0" lang="pt-BR" sz="3200" spc="-1" strike="noStrike">
              <a:latin typeface="Arial"/>
            </a:endParaRPr>
          </a:p>
          <a:p>
            <a:pPr lvl="1" marL="755640" indent="-285840">
              <a:lnSpc>
                <a:spcPts val="3314"/>
              </a:lnSpc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MS PGothic"/>
              </a:rPr>
              <a:t>Ant</a:t>
            </a:r>
            <a:endParaRPr b="0" lang="pt-BR" sz="2800" spc="-1" strike="noStrike">
              <a:latin typeface="Arial"/>
            </a:endParaRPr>
          </a:p>
          <a:p>
            <a:pPr lvl="1" marL="755640" indent="-285840">
              <a:lnSpc>
                <a:spcPts val="3331"/>
              </a:lnSpc>
              <a:spcBef>
                <a:spcPts val="40"/>
              </a:spcBef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MS PGothic"/>
              </a:rPr>
              <a:t>NAnt</a:t>
            </a:r>
            <a:endParaRPr b="0" lang="pt-BR" sz="2800" spc="-1" strike="noStrike">
              <a:latin typeface="Arial"/>
            </a:endParaRPr>
          </a:p>
          <a:p>
            <a:pPr lvl="1" marL="755640" indent="-285840">
              <a:lnSpc>
                <a:spcPts val="3331"/>
              </a:lnSpc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  <a:ea typeface="MS PGothic"/>
              </a:rPr>
              <a:t>Make</a:t>
            </a:r>
            <a:endParaRPr b="0" lang="pt-BR" sz="2800" spc="-1" strike="noStrike">
              <a:latin typeface="Arial"/>
            </a:endParaRPr>
          </a:p>
          <a:p>
            <a:pPr lvl="1" marL="755640" indent="-285840">
              <a:lnSpc>
                <a:spcPct val="100000"/>
              </a:lnSpc>
              <a:spcBef>
                <a:spcPts val="40"/>
              </a:spcBef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  <a:ea typeface="MS PGothic"/>
              </a:rPr>
              <a:t>Maven</a:t>
            </a:r>
            <a:endParaRPr b="0" lang="pt-BR" sz="2800" spc="-1" strike="noStrike">
              <a:latin typeface="Arial"/>
            </a:endParaRPr>
          </a:p>
          <a:p>
            <a:pPr lvl="1" marL="755640" indent="-285840">
              <a:lnSpc>
                <a:spcPts val="3339"/>
              </a:lnSpc>
              <a:spcBef>
                <a:spcPts val="40"/>
              </a:spcBef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  <a:ea typeface="MS PGothic"/>
              </a:rPr>
              <a:t>Rake</a:t>
            </a:r>
            <a:endParaRPr b="0" lang="pt-BR" sz="2800" spc="-1" strike="noStrike">
              <a:latin typeface="Arial"/>
            </a:endParaRPr>
          </a:p>
          <a:p>
            <a:pPr marL="355680" indent="-343080">
              <a:lnSpc>
                <a:spcPts val="3821"/>
              </a:lnSpc>
              <a:buClr>
                <a:srgbClr val="000000"/>
              </a:buClr>
              <a:buFont typeface="Arial"/>
              <a:buChar char="•"/>
              <a:tabLst>
                <a:tab algn="l" pos="354960"/>
                <a:tab algn="l" pos="355680"/>
              </a:tabLst>
            </a:pPr>
            <a:r>
              <a:rPr b="0" lang="en-US" sz="3200" spc="-7" strike="noStrike">
                <a:solidFill>
                  <a:srgbClr val="000000"/>
                </a:solidFill>
                <a:latin typeface="Calibri"/>
                <a:ea typeface="MS PGothic"/>
              </a:rPr>
              <a:t>Comercial</a:t>
            </a:r>
            <a:endParaRPr b="0" lang="pt-BR" sz="3200" spc="-1" strike="noStrike">
              <a:latin typeface="Arial"/>
            </a:endParaRPr>
          </a:p>
          <a:p>
            <a:pPr lvl="1" marL="755640" indent="-285840">
              <a:lnSpc>
                <a:spcPts val="3331"/>
              </a:lnSpc>
              <a:spcBef>
                <a:spcPts val="40"/>
              </a:spcBef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  <a:ea typeface="MS PGothic"/>
              </a:rPr>
              <a:t>ClearMake (IBM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  <a:ea typeface="MS PGothic"/>
              </a:rPr>
              <a:t>Rational)</a:t>
            </a:r>
            <a:endParaRPr b="0" lang="pt-BR" sz="2800" spc="-1" strike="noStrike">
              <a:latin typeface="Arial"/>
            </a:endParaRPr>
          </a:p>
          <a:p>
            <a:pPr lvl="1" marL="755640" indent="-285840">
              <a:lnSpc>
                <a:spcPts val="3331"/>
              </a:lnSpc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  <a:ea typeface="MS PGothic"/>
              </a:rPr>
              <a:t>MSBuild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en-US" sz="2800" spc="12" strike="noStrike">
                <a:solidFill>
                  <a:srgbClr val="000000"/>
                </a:solidFill>
                <a:latin typeface="Calibri"/>
                <a:ea typeface="MS PGothic"/>
              </a:rPr>
              <a:t>(Microso</a:t>
            </a:r>
            <a:r>
              <a:rPr b="0" lang="x-none" sz="2800" spc="12" strike="noStrike">
                <a:solidFill>
                  <a:srgbClr val="000000"/>
                </a:solidFill>
                <a:latin typeface="Calibri"/>
                <a:ea typeface="MS PGothic"/>
              </a:rPr>
              <a:t>ft)</a:t>
            </a:r>
            <a:endParaRPr b="0" lang="pt-BR" sz="2800" spc="-1" strike="noStrike">
              <a:latin typeface="Arial"/>
            </a:endParaRPr>
          </a:p>
          <a:p>
            <a:pPr lvl="1" marL="755640" indent="-285840">
              <a:lnSpc>
                <a:spcPct val="100000"/>
              </a:lnSpc>
              <a:spcBef>
                <a:spcPts val="40"/>
              </a:spcBef>
              <a:buClr>
                <a:srgbClr val="000000"/>
              </a:buClr>
              <a:buFont typeface="Arial"/>
              <a:buChar char="–"/>
              <a:tabLst>
                <a:tab algn="l" pos="755640"/>
              </a:tabLst>
            </a:pPr>
            <a:r>
              <a:rPr b="0" lang="x-none" sz="2800" spc="-7" strike="noStrike">
                <a:solidFill>
                  <a:srgbClr val="000000"/>
                </a:solidFill>
                <a:latin typeface="Calibri"/>
                <a:ea typeface="MS PGothic"/>
              </a:rPr>
              <a:t>Synergy/CM Object Make</a:t>
            </a:r>
            <a:r>
              <a:rPr b="0" lang="x-none" sz="2800" spc="4" strike="noStrike">
                <a:solidFill>
                  <a:srgbClr val="000000"/>
                </a:solidFill>
                <a:latin typeface="Calibri"/>
                <a:ea typeface="MS PGothic"/>
              </a:rPr>
              <a:t> </a:t>
            </a:r>
            <a:r>
              <a:rPr b="0" lang="x-none" sz="2800" spc="-7" strike="noStrike">
                <a:solidFill>
                  <a:srgbClr val="000000"/>
                </a:solidFill>
                <a:latin typeface="Calibri"/>
                <a:ea typeface="MS PGothic"/>
              </a:rPr>
              <a:t>(Telelogic)</a:t>
            </a:r>
            <a:endParaRPr b="0" lang="pt-BR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LibreOffice/7.2.4.1$MacOSX_X86_64 LibreOffice_project/27d75539669ac387bb498e35313b970b7fe9c4f9</Application>
  <AppVersion>15.0000</AppVersion>
  <Words>5409</Words>
  <Paragraphs>340</Paragraphs>
  <Company>Toshiba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2022-07-05T12:29:37Z</dcterms:created>
  <dc:creator>user</dc:creator>
  <dc:description/>
  <dc:language>pt-BR</dc:language>
  <cp:lastModifiedBy/>
  <dcterms:modified xsi:type="dcterms:W3CDTF">2024-10-22T13:54:58Z</dcterms:modified>
  <cp:revision>80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1033-3.2.0.6370</vt:lpwstr>
  </property>
  <property fmtid="{D5CDD505-2E9C-101B-9397-08002B2CF9AE}" pid="3" name="PresentationFormat">
    <vt:lpwstr>On-screen Show (4:3)</vt:lpwstr>
  </property>
  <property fmtid="{D5CDD505-2E9C-101B-9397-08002B2CF9AE}" pid="4" name="Slides">
    <vt:i4>35</vt:i4>
  </property>
</Properties>
</file>